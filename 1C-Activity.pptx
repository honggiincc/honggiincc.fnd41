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Lst>
  <p:sldSz cy="5143500" cx="9144000"/>
  <p:notesSz cx="6858000" cy="9144000"/>
  <p:embeddedFontLst>
    <p:embeddedFont>
      <p:font typeface="Montserrat"/>
      <p:regular r:id="rId16"/>
      <p:bold r:id="rId17"/>
      <p:italic r:id="rId18"/>
      <p:boldItalic r:id="rId19"/>
    </p:embeddedFont>
    <p:embeddedFont>
      <p:font typeface="Lato"/>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24" roundtripDataSignature="AMtx7mhRzBCAg7Yukhw4ve1Oi1a5R5IePg=="/>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Takuya Stern"/>
  <p:cmAuthor clrIdx="1" id="1" initials="" lastIdx="1" name="Ian McClerin"/>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ato-regular.fntdata"/><Relationship Id="rId11" Type="http://schemas.openxmlformats.org/officeDocument/2006/relationships/slide" Target="slides/slide5.xml"/><Relationship Id="rId22" Type="http://schemas.openxmlformats.org/officeDocument/2006/relationships/font" Target="fonts/Lato-italic.fntdata"/><Relationship Id="rId10" Type="http://schemas.openxmlformats.org/officeDocument/2006/relationships/slide" Target="slides/slide4.xml"/><Relationship Id="rId21" Type="http://schemas.openxmlformats.org/officeDocument/2006/relationships/font" Target="fonts/Lato-bold.fntdata"/><Relationship Id="rId13" Type="http://schemas.openxmlformats.org/officeDocument/2006/relationships/slide" Target="slides/slide7.xml"/><Relationship Id="rId24" Type="http://customschemas.google.com/relationships/presentationmetadata" Target="metadata"/><Relationship Id="rId12" Type="http://schemas.openxmlformats.org/officeDocument/2006/relationships/slide" Target="slides/slide6.xml"/><Relationship Id="rId23" Type="http://schemas.openxmlformats.org/officeDocument/2006/relationships/font" Target="fonts/Lato-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font" Target="fonts/Montserrat-bold.fntdata"/><Relationship Id="rId16" Type="http://schemas.openxmlformats.org/officeDocument/2006/relationships/font" Target="fonts/Montserrat-regular.fntdata"/><Relationship Id="rId5" Type="http://schemas.openxmlformats.org/officeDocument/2006/relationships/slideMaster" Target="slideMasters/slideMaster1.xml"/><Relationship Id="rId19" Type="http://schemas.openxmlformats.org/officeDocument/2006/relationships/font" Target="fonts/Montserrat-boldItalic.fntdata"/><Relationship Id="rId6" Type="http://schemas.openxmlformats.org/officeDocument/2006/relationships/notesMaster" Target="notesMasters/notesMaster1.xml"/><Relationship Id="rId18" Type="http://schemas.openxmlformats.org/officeDocument/2006/relationships/font" Target="fonts/Montserrat-italic.fntdata"/><Relationship Id="rId7" Type="http://schemas.openxmlformats.org/officeDocument/2006/relationships/slide" Target="slides/slide1.xml"/><Relationship Id="rId8" Type="http://schemas.openxmlformats.org/officeDocument/2006/relationships/slide" Target="slides/slide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4-07-02T18:53:01.493">
    <p:pos x="3253" y="163"/>
    <p:text>If we remove the ability to "pass" maybe we bump this up to 2 minutes? Or not fine either way.</p:text>
    <p:extLst>
      <p:ext uri="{C676402C-5697-4E1C-873F-D02D1690AC5C}">
        <p15:threadingInfo timeZoneBias="0"/>
      </p:ext>
      <p:ext uri="http://customooxmlschemas.google.com/">
        <go:slidesCustomData xmlns:go="http://customooxmlschemas.google.com/" commentPostId="AAABQdx-ebs"/>
      </p:ext>
    </p:extLst>
  </p:cm>
  <p:cm authorId="1" idx="1" dt="2024-07-02T18:53:01.493">
    <p:pos x="3253" y="163"/>
    <p:text>Sure thing! 👍 Changed!</p:text>
    <p:extLst>
      <p:ext uri="{C676402C-5697-4E1C-873F-D02D1690AC5C}">
        <p15:threadingInfo timeZoneBias="0">
          <p15:parentCm authorId="0" idx="1"/>
        </p15:threadingInfo>
      </p:ext>
      <p:ext uri="http://customooxmlschemas.google.com/">
        <go:slidesCustomData xmlns:go="http://customooxmlschemas.google.com/" commentPostId="AAABQbAwQWg"/>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0" name="Google Shape;110;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6" name="Google Shape;116;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000"/>
              </a:spcAft>
              <a:buClr>
                <a:schemeClr val="dk1"/>
              </a:buClr>
              <a:buSzPts val="1100"/>
              <a:buFont typeface="Arial"/>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273f3ae0226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2" name="Google Shape;122;g273f3ae0226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273f3ae0226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8" name="Google Shape;128;g273f3ae0226_0_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273f3ae0226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273f3ae0226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273f3ae0226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273f3ae0226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273f3ae0226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273f3ae0226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273f3ae0226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273f3ae0226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2" name="Google Shape;162;p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If in person, split everyone into small groups or pairs. If delivering via Zoom, use breakout rooms. Reconvene after a few minutes and have each group share a key takeaway.</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3">
  <p:cSld name="TITLE_3">
    <p:spTree>
      <p:nvGrpSpPr>
        <p:cNvPr id="10" name="Shape 10"/>
        <p:cNvGrpSpPr/>
        <p:nvPr/>
      </p:nvGrpSpPr>
      <p:grpSpPr>
        <a:xfrm>
          <a:off x="0" y="0"/>
          <a:ext cx="0" cy="0"/>
          <a:chOff x="0" y="0"/>
          <a:chExt cx="0" cy="0"/>
        </a:xfrm>
      </p:grpSpPr>
      <p:sp>
        <p:nvSpPr>
          <p:cNvPr id="11" name="Google Shape;11;p5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2" name="Google Shape;12;p5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5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Main point" type="secHead">
  <p:cSld name="SECTION_HEADER">
    <p:spTree>
      <p:nvGrpSpPr>
        <p:cNvPr id="14" name="Shape 14"/>
        <p:cNvGrpSpPr/>
        <p:nvPr/>
      </p:nvGrpSpPr>
      <p:grpSpPr>
        <a:xfrm>
          <a:off x="0" y="0"/>
          <a:ext cx="0" cy="0"/>
          <a:chOff x="0" y="0"/>
          <a:chExt cx="0" cy="0"/>
        </a:xfrm>
      </p:grpSpPr>
      <p:sp>
        <p:nvSpPr>
          <p:cNvPr id="15" name="Google Shape;15;p55"/>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5000"/>
              <a:buNone/>
              <a:defRPr sz="5000"/>
            </a:lvl1pPr>
            <a:lvl2pPr lvl="1" algn="ctr">
              <a:lnSpc>
                <a:spcPct val="100000"/>
              </a:lnSpc>
              <a:spcBef>
                <a:spcPts val="0"/>
              </a:spcBef>
              <a:spcAft>
                <a:spcPts val="0"/>
              </a:spcAft>
              <a:buSzPts val="5000"/>
              <a:buNone/>
              <a:defRPr sz="5000"/>
            </a:lvl2pPr>
            <a:lvl3pPr lvl="2" algn="ctr">
              <a:lnSpc>
                <a:spcPct val="100000"/>
              </a:lnSpc>
              <a:spcBef>
                <a:spcPts val="0"/>
              </a:spcBef>
              <a:spcAft>
                <a:spcPts val="0"/>
              </a:spcAft>
              <a:buSzPts val="5000"/>
              <a:buNone/>
              <a:defRPr sz="5000"/>
            </a:lvl3pPr>
            <a:lvl4pPr lvl="3" algn="ctr">
              <a:lnSpc>
                <a:spcPct val="100000"/>
              </a:lnSpc>
              <a:spcBef>
                <a:spcPts val="0"/>
              </a:spcBef>
              <a:spcAft>
                <a:spcPts val="0"/>
              </a:spcAft>
              <a:buSzPts val="5000"/>
              <a:buNone/>
              <a:defRPr sz="5000"/>
            </a:lvl4pPr>
            <a:lvl5pPr lvl="4" algn="ctr">
              <a:lnSpc>
                <a:spcPct val="100000"/>
              </a:lnSpc>
              <a:spcBef>
                <a:spcPts val="0"/>
              </a:spcBef>
              <a:spcAft>
                <a:spcPts val="0"/>
              </a:spcAft>
              <a:buSzPts val="5000"/>
              <a:buNone/>
              <a:defRPr sz="5000"/>
            </a:lvl5pPr>
            <a:lvl6pPr lvl="5" algn="ctr">
              <a:lnSpc>
                <a:spcPct val="100000"/>
              </a:lnSpc>
              <a:spcBef>
                <a:spcPts val="0"/>
              </a:spcBef>
              <a:spcAft>
                <a:spcPts val="0"/>
              </a:spcAft>
              <a:buSzPts val="5000"/>
              <a:buNone/>
              <a:defRPr sz="5000"/>
            </a:lvl6pPr>
            <a:lvl7pPr lvl="6" algn="ctr">
              <a:lnSpc>
                <a:spcPct val="100000"/>
              </a:lnSpc>
              <a:spcBef>
                <a:spcPts val="0"/>
              </a:spcBef>
              <a:spcAft>
                <a:spcPts val="0"/>
              </a:spcAft>
              <a:buSzPts val="5000"/>
              <a:buNone/>
              <a:defRPr sz="5000"/>
            </a:lvl7pPr>
            <a:lvl8pPr lvl="7" algn="ctr">
              <a:lnSpc>
                <a:spcPct val="100000"/>
              </a:lnSpc>
              <a:spcBef>
                <a:spcPts val="0"/>
              </a:spcBef>
              <a:spcAft>
                <a:spcPts val="0"/>
              </a:spcAft>
              <a:buSzPts val="5000"/>
              <a:buNone/>
              <a:defRPr sz="5000"/>
            </a:lvl8pPr>
            <a:lvl9pPr lvl="8" algn="ctr">
              <a:lnSpc>
                <a:spcPct val="100000"/>
              </a:lnSpc>
              <a:spcBef>
                <a:spcPts val="0"/>
              </a:spcBef>
              <a:spcAft>
                <a:spcPts val="0"/>
              </a:spcAft>
              <a:buSzPts val="5000"/>
              <a:buNone/>
              <a:defRPr sz="5000"/>
            </a:lvl9pPr>
          </a:lstStyle>
          <a:p/>
        </p:txBody>
      </p:sp>
      <p:sp>
        <p:nvSpPr>
          <p:cNvPr id="16" name="Google Shape;16;p5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image + body 2">
  <p:cSld name="CUSTOM_13_1">
    <p:spTree>
      <p:nvGrpSpPr>
        <p:cNvPr id="17" name="Shape 17"/>
        <p:cNvGrpSpPr/>
        <p:nvPr/>
      </p:nvGrpSpPr>
      <p:grpSpPr>
        <a:xfrm>
          <a:off x="0" y="0"/>
          <a:ext cx="0" cy="0"/>
          <a:chOff x="0" y="0"/>
          <a:chExt cx="0" cy="0"/>
        </a:xfrm>
      </p:grpSpPr>
      <p:sp>
        <p:nvSpPr>
          <p:cNvPr id="18" name="Google Shape;18;p57"/>
          <p:cNvSpPr txBox="1"/>
          <p:nvPr>
            <p:ph type="title"/>
          </p:nvPr>
        </p:nvSpPr>
        <p:spPr>
          <a:xfrm>
            <a:off x="112500" y="103550"/>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accent1"/>
              </a:buClr>
              <a:buSzPts val="2800"/>
              <a:buFont typeface="Avenir"/>
              <a:buNone/>
              <a:defRPr b="1" sz="2800">
                <a:solidFill>
                  <a:schemeClr val="accent1"/>
                </a:solidFill>
                <a:latin typeface="Avenir"/>
                <a:ea typeface="Avenir"/>
                <a:cs typeface="Avenir"/>
                <a:sym typeface="Avenir"/>
              </a:defRPr>
            </a:lvl1pPr>
            <a:lvl2pPr lvl="1" algn="l">
              <a:lnSpc>
                <a:spcPct val="100000"/>
              </a:lnSpc>
              <a:spcBef>
                <a:spcPts val="0"/>
              </a:spcBef>
              <a:spcAft>
                <a:spcPts val="0"/>
              </a:spcAft>
              <a:buClr>
                <a:schemeClr val="accent1"/>
              </a:buClr>
              <a:buSzPts val="2800"/>
              <a:buFont typeface="Avenir"/>
              <a:buNone/>
              <a:defRPr b="1" sz="2800">
                <a:solidFill>
                  <a:schemeClr val="accent1"/>
                </a:solidFill>
                <a:latin typeface="Avenir"/>
                <a:ea typeface="Avenir"/>
                <a:cs typeface="Avenir"/>
                <a:sym typeface="Avenir"/>
              </a:defRPr>
            </a:lvl2pPr>
            <a:lvl3pPr lvl="2" algn="l">
              <a:lnSpc>
                <a:spcPct val="100000"/>
              </a:lnSpc>
              <a:spcBef>
                <a:spcPts val="0"/>
              </a:spcBef>
              <a:spcAft>
                <a:spcPts val="0"/>
              </a:spcAft>
              <a:buClr>
                <a:schemeClr val="accent1"/>
              </a:buClr>
              <a:buSzPts val="2800"/>
              <a:buFont typeface="Avenir"/>
              <a:buNone/>
              <a:defRPr b="1" sz="2800">
                <a:solidFill>
                  <a:schemeClr val="accent1"/>
                </a:solidFill>
                <a:latin typeface="Avenir"/>
                <a:ea typeface="Avenir"/>
                <a:cs typeface="Avenir"/>
                <a:sym typeface="Avenir"/>
              </a:defRPr>
            </a:lvl3pPr>
            <a:lvl4pPr lvl="3" algn="l">
              <a:lnSpc>
                <a:spcPct val="100000"/>
              </a:lnSpc>
              <a:spcBef>
                <a:spcPts val="0"/>
              </a:spcBef>
              <a:spcAft>
                <a:spcPts val="0"/>
              </a:spcAft>
              <a:buClr>
                <a:schemeClr val="accent1"/>
              </a:buClr>
              <a:buSzPts val="2800"/>
              <a:buFont typeface="Avenir"/>
              <a:buNone/>
              <a:defRPr b="1" sz="2800">
                <a:solidFill>
                  <a:schemeClr val="accent1"/>
                </a:solidFill>
                <a:latin typeface="Avenir"/>
                <a:ea typeface="Avenir"/>
                <a:cs typeface="Avenir"/>
                <a:sym typeface="Avenir"/>
              </a:defRPr>
            </a:lvl4pPr>
            <a:lvl5pPr lvl="4" algn="l">
              <a:lnSpc>
                <a:spcPct val="100000"/>
              </a:lnSpc>
              <a:spcBef>
                <a:spcPts val="0"/>
              </a:spcBef>
              <a:spcAft>
                <a:spcPts val="0"/>
              </a:spcAft>
              <a:buClr>
                <a:schemeClr val="accent1"/>
              </a:buClr>
              <a:buSzPts val="2800"/>
              <a:buFont typeface="Avenir"/>
              <a:buNone/>
              <a:defRPr b="1" sz="2800">
                <a:solidFill>
                  <a:schemeClr val="accent1"/>
                </a:solidFill>
                <a:latin typeface="Avenir"/>
                <a:ea typeface="Avenir"/>
                <a:cs typeface="Avenir"/>
                <a:sym typeface="Avenir"/>
              </a:defRPr>
            </a:lvl5pPr>
            <a:lvl6pPr lvl="5" algn="l">
              <a:lnSpc>
                <a:spcPct val="100000"/>
              </a:lnSpc>
              <a:spcBef>
                <a:spcPts val="0"/>
              </a:spcBef>
              <a:spcAft>
                <a:spcPts val="0"/>
              </a:spcAft>
              <a:buClr>
                <a:schemeClr val="accent1"/>
              </a:buClr>
              <a:buSzPts val="2800"/>
              <a:buFont typeface="Avenir"/>
              <a:buNone/>
              <a:defRPr b="1" sz="2800">
                <a:solidFill>
                  <a:schemeClr val="accent1"/>
                </a:solidFill>
                <a:latin typeface="Avenir"/>
                <a:ea typeface="Avenir"/>
                <a:cs typeface="Avenir"/>
                <a:sym typeface="Avenir"/>
              </a:defRPr>
            </a:lvl6pPr>
            <a:lvl7pPr lvl="6" algn="l">
              <a:lnSpc>
                <a:spcPct val="100000"/>
              </a:lnSpc>
              <a:spcBef>
                <a:spcPts val="0"/>
              </a:spcBef>
              <a:spcAft>
                <a:spcPts val="0"/>
              </a:spcAft>
              <a:buClr>
                <a:schemeClr val="accent1"/>
              </a:buClr>
              <a:buSzPts val="2800"/>
              <a:buFont typeface="Avenir"/>
              <a:buNone/>
              <a:defRPr b="1" sz="2800">
                <a:solidFill>
                  <a:schemeClr val="accent1"/>
                </a:solidFill>
                <a:latin typeface="Avenir"/>
                <a:ea typeface="Avenir"/>
                <a:cs typeface="Avenir"/>
                <a:sym typeface="Avenir"/>
              </a:defRPr>
            </a:lvl7pPr>
            <a:lvl8pPr lvl="7" algn="l">
              <a:lnSpc>
                <a:spcPct val="100000"/>
              </a:lnSpc>
              <a:spcBef>
                <a:spcPts val="0"/>
              </a:spcBef>
              <a:spcAft>
                <a:spcPts val="0"/>
              </a:spcAft>
              <a:buClr>
                <a:schemeClr val="accent1"/>
              </a:buClr>
              <a:buSzPts val="2800"/>
              <a:buFont typeface="Avenir"/>
              <a:buNone/>
              <a:defRPr b="1" sz="2800">
                <a:solidFill>
                  <a:schemeClr val="accent1"/>
                </a:solidFill>
                <a:latin typeface="Avenir"/>
                <a:ea typeface="Avenir"/>
                <a:cs typeface="Avenir"/>
                <a:sym typeface="Avenir"/>
              </a:defRPr>
            </a:lvl8pPr>
            <a:lvl9pPr lvl="8" algn="l">
              <a:lnSpc>
                <a:spcPct val="100000"/>
              </a:lnSpc>
              <a:spcBef>
                <a:spcPts val="0"/>
              </a:spcBef>
              <a:spcAft>
                <a:spcPts val="0"/>
              </a:spcAft>
              <a:buClr>
                <a:schemeClr val="accent1"/>
              </a:buClr>
              <a:buSzPts val="2800"/>
              <a:buFont typeface="Avenir"/>
              <a:buNone/>
              <a:defRPr b="1" sz="2800">
                <a:solidFill>
                  <a:schemeClr val="accent1"/>
                </a:solidFill>
                <a:latin typeface="Avenir"/>
                <a:ea typeface="Avenir"/>
                <a:cs typeface="Avenir"/>
                <a:sym typeface="Avenir"/>
              </a:defRPr>
            </a:lvl9pPr>
          </a:lstStyle>
          <a:p/>
        </p:txBody>
      </p:sp>
      <p:sp>
        <p:nvSpPr>
          <p:cNvPr id="19" name="Google Shape;19;p57"/>
          <p:cNvSpPr/>
          <p:nvPr>
            <p:ph idx="2" type="pic"/>
          </p:nvPr>
        </p:nvSpPr>
        <p:spPr>
          <a:xfrm>
            <a:off x="6524675" y="1438225"/>
            <a:ext cx="1906500" cy="2012100"/>
          </a:xfrm>
          <a:prstGeom prst="rect">
            <a:avLst/>
          </a:prstGeom>
          <a:noFill/>
          <a:ln>
            <a:noFill/>
          </a:ln>
        </p:spPr>
      </p:sp>
      <p:sp>
        <p:nvSpPr>
          <p:cNvPr id="20" name="Google Shape;20;p57"/>
          <p:cNvSpPr txBox="1"/>
          <p:nvPr>
            <p:ph idx="1" type="body"/>
          </p:nvPr>
        </p:nvSpPr>
        <p:spPr>
          <a:xfrm>
            <a:off x="112500" y="1390800"/>
            <a:ext cx="6317400" cy="2361900"/>
          </a:xfrm>
          <a:prstGeom prst="rect">
            <a:avLst/>
          </a:prstGeom>
          <a:noFill/>
          <a:ln>
            <a:noFill/>
          </a:ln>
        </p:spPr>
        <p:txBody>
          <a:bodyPr anchorCtr="0" anchor="t" bIns="91425" lIns="91425" spcFirstLastPara="1" rIns="91425" wrap="square" tIns="91425">
            <a:normAutofit/>
          </a:bodyPr>
          <a:lstStyle>
            <a:lvl1pPr indent="-355600" lvl="0" marL="457200" algn="l">
              <a:lnSpc>
                <a:spcPct val="115000"/>
              </a:lnSpc>
              <a:spcBef>
                <a:spcPts val="0"/>
              </a:spcBef>
              <a:spcAft>
                <a:spcPts val="0"/>
              </a:spcAft>
              <a:buSzPts val="2000"/>
              <a:buChar char="●"/>
              <a:defRPr/>
            </a:lvl1pPr>
            <a:lvl2pPr indent="-342900" lvl="1" marL="914400" algn="l">
              <a:lnSpc>
                <a:spcPct val="115000"/>
              </a:lnSpc>
              <a:spcBef>
                <a:spcPts val="0"/>
              </a:spcBef>
              <a:spcAft>
                <a:spcPts val="0"/>
              </a:spcAft>
              <a:buSzPts val="1800"/>
              <a:buChar char="○"/>
              <a:defRPr/>
            </a:lvl2pPr>
            <a:lvl3pPr indent="-330200" lvl="2" marL="1371600" algn="l">
              <a:lnSpc>
                <a:spcPct val="115000"/>
              </a:lnSpc>
              <a:spcBef>
                <a:spcPts val="0"/>
              </a:spcBef>
              <a:spcAft>
                <a:spcPts val="0"/>
              </a:spcAft>
              <a:buSzPts val="16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1" name="Shape 21"/>
        <p:cNvGrpSpPr/>
        <p:nvPr/>
      </p:nvGrpSpPr>
      <p:grpSpPr>
        <a:xfrm>
          <a:off x="0" y="0"/>
          <a:ext cx="0" cy="0"/>
          <a:chOff x="0" y="0"/>
          <a:chExt cx="0" cy="0"/>
        </a:xfrm>
      </p:grpSpPr>
      <p:sp>
        <p:nvSpPr>
          <p:cNvPr id="22" name="Google Shape;22;p62"/>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23" name="Google Shape;23;p62"/>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5" name="Shape 25"/>
        <p:cNvGrpSpPr/>
        <p:nvPr/>
      </p:nvGrpSpPr>
      <p:grpSpPr>
        <a:xfrm>
          <a:off x="0" y="0"/>
          <a:ext cx="0" cy="0"/>
          <a:chOff x="0" y="0"/>
          <a:chExt cx="0" cy="0"/>
        </a:xfrm>
      </p:grpSpPr>
      <p:sp>
        <p:nvSpPr>
          <p:cNvPr id="26" name="Google Shape;26;p60"/>
          <p:cNvSpPr txBox="1"/>
          <p:nvPr>
            <p:ph type="title"/>
          </p:nvPr>
        </p:nvSpPr>
        <p:spPr>
          <a:xfrm>
            <a:off x="112500" y="103550"/>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60"/>
          <p:cNvSpPr txBox="1"/>
          <p:nvPr>
            <p:ph idx="1" type="body"/>
          </p:nvPr>
        </p:nvSpPr>
        <p:spPr>
          <a:xfrm>
            <a:off x="112500" y="778950"/>
            <a:ext cx="8908500" cy="3789900"/>
          </a:xfrm>
          <a:prstGeom prst="rect">
            <a:avLst/>
          </a:prstGeom>
          <a:noFill/>
          <a:ln>
            <a:noFill/>
          </a:ln>
        </p:spPr>
        <p:txBody>
          <a:bodyPr anchorCtr="0" anchor="t" bIns="91425" lIns="91425" spcFirstLastPara="1" rIns="91425" wrap="square" tIns="91425">
            <a:normAutofit/>
          </a:bodyPr>
          <a:lstStyle>
            <a:lvl1pPr indent="-355600" lvl="0" marL="457200" algn="l">
              <a:lnSpc>
                <a:spcPct val="115000"/>
              </a:lnSpc>
              <a:spcBef>
                <a:spcPts val="0"/>
              </a:spcBef>
              <a:spcAft>
                <a:spcPts val="0"/>
              </a:spcAft>
              <a:buSzPts val="2000"/>
              <a:buChar char="●"/>
              <a:defRPr/>
            </a:lvl1pPr>
            <a:lvl2pPr indent="-342900" lvl="1" marL="914400" algn="l">
              <a:lnSpc>
                <a:spcPct val="115000"/>
              </a:lnSpc>
              <a:spcBef>
                <a:spcPts val="0"/>
              </a:spcBef>
              <a:spcAft>
                <a:spcPts val="0"/>
              </a:spcAft>
              <a:buSzPts val="1800"/>
              <a:buChar char="○"/>
              <a:defRPr/>
            </a:lvl2pPr>
            <a:lvl3pPr indent="-330200" lvl="2" marL="1371600" algn="l">
              <a:lnSpc>
                <a:spcPct val="115000"/>
              </a:lnSpc>
              <a:spcBef>
                <a:spcPts val="0"/>
              </a:spcBef>
              <a:spcAft>
                <a:spcPts val="0"/>
              </a:spcAft>
              <a:buSzPts val="16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8" name="Google Shape;28;p6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9" name="Shape 29"/>
        <p:cNvGrpSpPr/>
        <p:nvPr/>
      </p:nvGrpSpPr>
      <p:grpSpPr>
        <a:xfrm>
          <a:off x="0" y="0"/>
          <a:ext cx="0" cy="0"/>
          <a:chOff x="0" y="0"/>
          <a:chExt cx="0" cy="0"/>
        </a:xfrm>
      </p:grpSpPr>
      <p:sp>
        <p:nvSpPr>
          <p:cNvPr id="30" name="Google Shape;30;p63"/>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31" name="Google Shape;31;p6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32" name="Google Shape;32;p63"/>
          <p:cNvSpPr txBox="1"/>
          <p:nvPr>
            <p:ph idx="1" type="subTitle"/>
          </p:nvPr>
        </p:nvSpPr>
        <p:spPr>
          <a:xfrm>
            <a:off x="311700" y="2988800"/>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accent4"/>
              </a:buClr>
              <a:buSzPts val="2800"/>
              <a:buFont typeface="Avenir"/>
              <a:buNone/>
              <a:defRPr b="1" sz="2800">
                <a:solidFill>
                  <a:schemeClr val="accent4"/>
                </a:solidFill>
                <a:latin typeface="Avenir"/>
                <a:ea typeface="Avenir"/>
                <a:cs typeface="Avenir"/>
                <a:sym typeface="Avenir"/>
              </a:defRPr>
            </a:lvl1pPr>
            <a:lvl2pPr lvl="1" algn="ctr">
              <a:lnSpc>
                <a:spcPct val="100000"/>
              </a:lnSpc>
              <a:spcBef>
                <a:spcPts val="0"/>
              </a:spcBef>
              <a:spcAft>
                <a:spcPts val="0"/>
              </a:spcAft>
              <a:buClr>
                <a:schemeClr val="accent4"/>
              </a:buClr>
              <a:buSzPts val="2800"/>
              <a:buFont typeface="Avenir"/>
              <a:buNone/>
              <a:defRPr b="1" sz="2800">
                <a:solidFill>
                  <a:schemeClr val="accent4"/>
                </a:solidFill>
                <a:latin typeface="Avenir"/>
                <a:ea typeface="Avenir"/>
                <a:cs typeface="Avenir"/>
                <a:sym typeface="Avenir"/>
              </a:defRPr>
            </a:lvl2pPr>
            <a:lvl3pPr lvl="2" algn="ctr">
              <a:lnSpc>
                <a:spcPct val="100000"/>
              </a:lnSpc>
              <a:spcBef>
                <a:spcPts val="0"/>
              </a:spcBef>
              <a:spcAft>
                <a:spcPts val="0"/>
              </a:spcAft>
              <a:buClr>
                <a:schemeClr val="accent4"/>
              </a:buClr>
              <a:buSzPts val="2800"/>
              <a:buFont typeface="Avenir"/>
              <a:buNone/>
              <a:defRPr b="1" sz="2800">
                <a:solidFill>
                  <a:schemeClr val="accent4"/>
                </a:solidFill>
                <a:latin typeface="Avenir"/>
                <a:ea typeface="Avenir"/>
                <a:cs typeface="Avenir"/>
                <a:sym typeface="Avenir"/>
              </a:defRPr>
            </a:lvl3pPr>
            <a:lvl4pPr lvl="3" algn="ctr">
              <a:lnSpc>
                <a:spcPct val="100000"/>
              </a:lnSpc>
              <a:spcBef>
                <a:spcPts val="0"/>
              </a:spcBef>
              <a:spcAft>
                <a:spcPts val="0"/>
              </a:spcAft>
              <a:buClr>
                <a:schemeClr val="accent4"/>
              </a:buClr>
              <a:buSzPts val="2800"/>
              <a:buFont typeface="Avenir"/>
              <a:buNone/>
              <a:defRPr b="1" sz="2800">
                <a:solidFill>
                  <a:schemeClr val="accent4"/>
                </a:solidFill>
                <a:latin typeface="Avenir"/>
                <a:ea typeface="Avenir"/>
                <a:cs typeface="Avenir"/>
                <a:sym typeface="Avenir"/>
              </a:defRPr>
            </a:lvl4pPr>
            <a:lvl5pPr lvl="4" algn="ctr">
              <a:lnSpc>
                <a:spcPct val="100000"/>
              </a:lnSpc>
              <a:spcBef>
                <a:spcPts val="0"/>
              </a:spcBef>
              <a:spcAft>
                <a:spcPts val="0"/>
              </a:spcAft>
              <a:buClr>
                <a:schemeClr val="accent4"/>
              </a:buClr>
              <a:buSzPts val="2800"/>
              <a:buFont typeface="Avenir"/>
              <a:buNone/>
              <a:defRPr b="1" sz="2800">
                <a:solidFill>
                  <a:schemeClr val="accent4"/>
                </a:solidFill>
                <a:latin typeface="Avenir"/>
                <a:ea typeface="Avenir"/>
                <a:cs typeface="Avenir"/>
                <a:sym typeface="Avenir"/>
              </a:defRPr>
            </a:lvl5pPr>
            <a:lvl6pPr lvl="5" algn="ctr">
              <a:lnSpc>
                <a:spcPct val="100000"/>
              </a:lnSpc>
              <a:spcBef>
                <a:spcPts val="0"/>
              </a:spcBef>
              <a:spcAft>
                <a:spcPts val="0"/>
              </a:spcAft>
              <a:buClr>
                <a:schemeClr val="accent4"/>
              </a:buClr>
              <a:buSzPts val="2800"/>
              <a:buFont typeface="Avenir"/>
              <a:buNone/>
              <a:defRPr b="1" sz="2800">
                <a:solidFill>
                  <a:schemeClr val="accent4"/>
                </a:solidFill>
                <a:latin typeface="Avenir"/>
                <a:ea typeface="Avenir"/>
                <a:cs typeface="Avenir"/>
                <a:sym typeface="Avenir"/>
              </a:defRPr>
            </a:lvl6pPr>
            <a:lvl7pPr lvl="6" algn="ctr">
              <a:lnSpc>
                <a:spcPct val="100000"/>
              </a:lnSpc>
              <a:spcBef>
                <a:spcPts val="0"/>
              </a:spcBef>
              <a:spcAft>
                <a:spcPts val="0"/>
              </a:spcAft>
              <a:buClr>
                <a:schemeClr val="accent4"/>
              </a:buClr>
              <a:buSzPts val="2800"/>
              <a:buFont typeface="Avenir"/>
              <a:buNone/>
              <a:defRPr b="1" sz="2800">
                <a:solidFill>
                  <a:schemeClr val="accent4"/>
                </a:solidFill>
                <a:latin typeface="Avenir"/>
                <a:ea typeface="Avenir"/>
                <a:cs typeface="Avenir"/>
                <a:sym typeface="Avenir"/>
              </a:defRPr>
            </a:lvl7pPr>
            <a:lvl8pPr lvl="7" algn="ctr">
              <a:lnSpc>
                <a:spcPct val="100000"/>
              </a:lnSpc>
              <a:spcBef>
                <a:spcPts val="0"/>
              </a:spcBef>
              <a:spcAft>
                <a:spcPts val="0"/>
              </a:spcAft>
              <a:buClr>
                <a:schemeClr val="accent4"/>
              </a:buClr>
              <a:buSzPts val="2800"/>
              <a:buFont typeface="Avenir"/>
              <a:buNone/>
              <a:defRPr b="1" sz="2800">
                <a:solidFill>
                  <a:schemeClr val="accent4"/>
                </a:solidFill>
                <a:latin typeface="Avenir"/>
                <a:ea typeface="Avenir"/>
                <a:cs typeface="Avenir"/>
                <a:sym typeface="Avenir"/>
              </a:defRPr>
            </a:lvl8pPr>
            <a:lvl9pPr lvl="8" algn="ctr">
              <a:lnSpc>
                <a:spcPct val="100000"/>
              </a:lnSpc>
              <a:spcBef>
                <a:spcPts val="0"/>
              </a:spcBef>
              <a:spcAft>
                <a:spcPts val="0"/>
              </a:spcAft>
              <a:buClr>
                <a:schemeClr val="accent4"/>
              </a:buClr>
              <a:buSzPts val="2800"/>
              <a:buFont typeface="Avenir"/>
              <a:buNone/>
              <a:defRPr b="1" sz="2800">
                <a:solidFill>
                  <a:schemeClr val="accent4"/>
                </a:solidFill>
                <a:latin typeface="Avenir"/>
                <a:ea typeface="Avenir"/>
                <a:cs typeface="Avenir"/>
                <a:sym typeface="Aveni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view slide">
  <p:cSld name="SECTION_TITLE_AND_DESCRIPTION_1_2">
    <p:spTree>
      <p:nvGrpSpPr>
        <p:cNvPr id="33" name="Shape 33"/>
        <p:cNvGrpSpPr/>
        <p:nvPr/>
      </p:nvGrpSpPr>
      <p:grpSpPr>
        <a:xfrm>
          <a:off x="0" y="0"/>
          <a:ext cx="0" cy="0"/>
          <a:chOff x="0" y="0"/>
          <a:chExt cx="0" cy="0"/>
        </a:xfrm>
      </p:grpSpPr>
      <p:sp>
        <p:nvSpPr>
          <p:cNvPr id="34" name="Google Shape;34;p61"/>
          <p:cNvSpPr/>
          <p:nvPr/>
        </p:nvSpPr>
        <p:spPr>
          <a:xfrm flipH="1" rot="-5400000">
            <a:off x="-22383" y="17"/>
            <a:ext cx="5188266" cy="5143500"/>
          </a:xfrm>
          <a:prstGeom prst="flowChartDocumen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6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36" name="Google Shape;36;p61"/>
          <p:cNvSpPr txBox="1"/>
          <p:nvPr>
            <p:ph type="title"/>
          </p:nvPr>
        </p:nvSpPr>
        <p:spPr>
          <a:xfrm>
            <a:off x="5143500" y="1320775"/>
            <a:ext cx="3934500" cy="14823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4200"/>
              <a:buNone/>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7" name="Google Shape;37;p61"/>
          <p:cNvSpPr txBox="1"/>
          <p:nvPr>
            <p:ph idx="1" type="subTitle"/>
          </p:nvPr>
        </p:nvSpPr>
        <p:spPr>
          <a:xfrm>
            <a:off x="5032850" y="3021250"/>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dk1"/>
              </a:buClr>
              <a:buSzPts val="2100"/>
              <a:buNone/>
              <a:defRPr sz="21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38" name="Google Shape;38;p61"/>
          <p:cNvSpPr txBox="1"/>
          <p:nvPr/>
        </p:nvSpPr>
        <p:spPr>
          <a:xfrm>
            <a:off x="505125" y="1631500"/>
            <a:ext cx="3535800" cy="1053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lt1"/>
              </a:buClr>
              <a:buSzPts val="5000"/>
              <a:buFont typeface="Avenir"/>
              <a:buNone/>
            </a:pPr>
            <a:r>
              <a:rPr b="1" i="0" lang="en" sz="5000" u="none" cap="none" strike="noStrike">
                <a:solidFill>
                  <a:schemeClr val="lt1"/>
                </a:solidFill>
                <a:latin typeface="Avenir"/>
                <a:ea typeface="Avenir"/>
                <a:cs typeface="Avenir"/>
                <a:sym typeface="Avenir"/>
              </a:rPr>
              <a:t>Review</a:t>
            </a:r>
            <a:endParaRPr b="1" i="0" sz="5000" u="none" cap="none" strike="noStrike">
              <a:solidFill>
                <a:schemeClr val="lt1"/>
              </a:solidFill>
              <a:latin typeface="Avenir"/>
              <a:ea typeface="Avenir"/>
              <a:cs typeface="Avenir"/>
              <a:sym typeface="Aveni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image + body 1">
  <p:cSld name="CUSTOM_13">
    <p:spTree>
      <p:nvGrpSpPr>
        <p:cNvPr id="39" name="Shape 39"/>
        <p:cNvGrpSpPr/>
        <p:nvPr/>
      </p:nvGrpSpPr>
      <p:grpSpPr>
        <a:xfrm>
          <a:off x="0" y="0"/>
          <a:ext cx="0" cy="0"/>
          <a:chOff x="0" y="0"/>
          <a:chExt cx="0" cy="0"/>
        </a:xfrm>
      </p:grpSpPr>
      <p:sp>
        <p:nvSpPr>
          <p:cNvPr id="40" name="Google Shape;40;p56"/>
          <p:cNvSpPr txBox="1"/>
          <p:nvPr>
            <p:ph type="title"/>
          </p:nvPr>
        </p:nvSpPr>
        <p:spPr>
          <a:xfrm>
            <a:off x="112500" y="103550"/>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accent1"/>
              </a:buClr>
              <a:buSzPts val="2800"/>
              <a:buFont typeface="Avenir"/>
              <a:buNone/>
              <a:defRPr b="1" sz="2800">
                <a:solidFill>
                  <a:schemeClr val="accent1"/>
                </a:solidFill>
                <a:latin typeface="Avenir"/>
                <a:ea typeface="Avenir"/>
                <a:cs typeface="Avenir"/>
                <a:sym typeface="Avenir"/>
              </a:defRPr>
            </a:lvl1pPr>
            <a:lvl2pPr lvl="1" algn="l">
              <a:lnSpc>
                <a:spcPct val="100000"/>
              </a:lnSpc>
              <a:spcBef>
                <a:spcPts val="0"/>
              </a:spcBef>
              <a:spcAft>
                <a:spcPts val="0"/>
              </a:spcAft>
              <a:buClr>
                <a:schemeClr val="accent1"/>
              </a:buClr>
              <a:buSzPts val="2800"/>
              <a:buFont typeface="Avenir"/>
              <a:buNone/>
              <a:defRPr b="1" sz="2800">
                <a:solidFill>
                  <a:schemeClr val="accent1"/>
                </a:solidFill>
                <a:latin typeface="Avenir"/>
                <a:ea typeface="Avenir"/>
                <a:cs typeface="Avenir"/>
                <a:sym typeface="Avenir"/>
              </a:defRPr>
            </a:lvl2pPr>
            <a:lvl3pPr lvl="2" algn="l">
              <a:lnSpc>
                <a:spcPct val="100000"/>
              </a:lnSpc>
              <a:spcBef>
                <a:spcPts val="0"/>
              </a:spcBef>
              <a:spcAft>
                <a:spcPts val="0"/>
              </a:spcAft>
              <a:buClr>
                <a:schemeClr val="accent1"/>
              </a:buClr>
              <a:buSzPts val="2800"/>
              <a:buFont typeface="Avenir"/>
              <a:buNone/>
              <a:defRPr b="1" sz="2800">
                <a:solidFill>
                  <a:schemeClr val="accent1"/>
                </a:solidFill>
                <a:latin typeface="Avenir"/>
                <a:ea typeface="Avenir"/>
                <a:cs typeface="Avenir"/>
                <a:sym typeface="Avenir"/>
              </a:defRPr>
            </a:lvl3pPr>
            <a:lvl4pPr lvl="3" algn="l">
              <a:lnSpc>
                <a:spcPct val="100000"/>
              </a:lnSpc>
              <a:spcBef>
                <a:spcPts val="0"/>
              </a:spcBef>
              <a:spcAft>
                <a:spcPts val="0"/>
              </a:spcAft>
              <a:buClr>
                <a:schemeClr val="accent1"/>
              </a:buClr>
              <a:buSzPts val="2800"/>
              <a:buFont typeface="Avenir"/>
              <a:buNone/>
              <a:defRPr b="1" sz="2800">
                <a:solidFill>
                  <a:schemeClr val="accent1"/>
                </a:solidFill>
                <a:latin typeface="Avenir"/>
                <a:ea typeface="Avenir"/>
                <a:cs typeface="Avenir"/>
                <a:sym typeface="Avenir"/>
              </a:defRPr>
            </a:lvl4pPr>
            <a:lvl5pPr lvl="4" algn="l">
              <a:lnSpc>
                <a:spcPct val="100000"/>
              </a:lnSpc>
              <a:spcBef>
                <a:spcPts val="0"/>
              </a:spcBef>
              <a:spcAft>
                <a:spcPts val="0"/>
              </a:spcAft>
              <a:buClr>
                <a:schemeClr val="accent1"/>
              </a:buClr>
              <a:buSzPts val="2800"/>
              <a:buFont typeface="Avenir"/>
              <a:buNone/>
              <a:defRPr b="1" sz="2800">
                <a:solidFill>
                  <a:schemeClr val="accent1"/>
                </a:solidFill>
                <a:latin typeface="Avenir"/>
                <a:ea typeface="Avenir"/>
                <a:cs typeface="Avenir"/>
                <a:sym typeface="Avenir"/>
              </a:defRPr>
            </a:lvl5pPr>
            <a:lvl6pPr lvl="5" algn="l">
              <a:lnSpc>
                <a:spcPct val="100000"/>
              </a:lnSpc>
              <a:spcBef>
                <a:spcPts val="0"/>
              </a:spcBef>
              <a:spcAft>
                <a:spcPts val="0"/>
              </a:spcAft>
              <a:buClr>
                <a:schemeClr val="accent1"/>
              </a:buClr>
              <a:buSzPts val="2800"/>
              <a:buFont typeface="Avenir"/>
              <a:buNone/>
              <a:defRPr b="1" sz="2800">
                <a:solidFill>
                  <a:schemeClr val="accent1"/>
                </a:solidFill>
                <a:latin typeface="Avenir"/>
                <a:ea typeface="Avenir"/>
                <a:cs typeface="Avenir"/>
                <a:sym typeface="Avenir"/>
              </a:defRPr>
            </a:lvl6pPr>
            <a:lvl7pPr lvl="6" algn="l">
              <a:lnSpc>
                <a:spcPct val="100000"/>
              </a:lnSpc>
              <a:spcBef>
                <a:spcPts val="0"/>
              </a:spcBef>
              <a:spcAft>
                <a:spcPts val="0"/>
              </a:spcAft>
              <a:buClr>
                <a:schemeClr val="accent1"/>
              </a:buClr>
              <a:buSzPts val="2800"/>
              <a:buFont typeface="Avenir"/>
              <a:buNone/>
              <a:defRPr b="1" sz="2800">
                <a:solidFill>
                  <a:schemeClr val="accent1"/>
                </a:solidFill>
                <a:latin typeface="Avenir"/>
                <a:ea typeface="Avenir"/>
                <a:cs typeface="Avenir"/>
                <a:sym typeface="Avenir"/>
              </a:defRPr>
            </a:lvl7pPr>
            <a:lvl8pPr lvl="7" algn="l">
              <a:lnSpc>
                <a:spcPct val="100000"/>
              </a:lnSpc>
              <a:spcBef>
                <a:spcPts val="0"/>
              </a:spcBef>
              <a:spcAft>
                <a:spcPts val="0"/>
              </a:spcAft>
              <a:buClr>
                <a:schemeClr val="accent1"/>
              </a:buClr>
              <a:buSzPts val="2800"/>
              <a:buFont typeface="Avenir"/>
              <a:buNone/>
              <a:defRPr b="1" sz="2800">
                <a:solidFill>
                  <a:schemeClr val="accent1"/>
                </a:solidFill>
                <a:latin typeface="Avenir"/>
                <a:ea typeface="Avenir"/>
                <a:cs typeface="Avenir"/>
                <a:sym typeface="Avenir"/>
              </a:defRPr>
            </a:lvl8pPr>
            <a:lvl9pPr lvl="8" algn="l">
              <a:lnSpc>
                <a:spcPct val="100000"/>
              </a:lnSpc>
              <a:spcBef>
                <a:spcPts val="0"/>
              </a:spcBef>
              <a:spcAft>
                <a:spcPts val="0"/>
              </a:spcAft>
              <a:buClr>
                <a:schemeClr val="accent1"/>
              </a:buClr>
              <a:buSzPts val="2800"/>
              <a:buFont typeface="Avenir"/>
              <a:buNone/>
              <a:defRPr b="1" sz="2800">
                <a:solidFill>
                  <a:schemeClr val="accent1"/>
                </a:solidFill>
                <a:latin typeface="Avenir"/>
                <a:ea typeface="Avenir"/>
                <a:cs typeface="Avenir"/>
                <a:sym typeface="Avenir"/>
              </a:defRPr>
            </a:lvl9pPr>
          </a:lstStyle>
          <a:p/>
        </p:txBody>
      </p:sp>
      <p:sp>
        <p:nvSpPr>
          <p:cNvPr id="41" name="Google Shape;41;p56"/>
          <p:cNvSpPr/>
          <p:nvPr>
            <p:ph idx="2" type="pic"/>
          </p:nvPr>
        </p:nvSpPr>
        <p:spPr>
          <a:xfrm>
            <a:off x="273725" y="1438225"/>
            <a:ext cx="1906500" cy="2012100"/>
          </a:xfrm>
          <a:prstGeom prst="rect">
            <a:avLst/>
          </a:prstGeom>
          <a:noFill/>
          <a:ln>
            <a:noFill/>
          </a:ln>
        </p:spPr>
      </p:sp>
      <p:sp>
        <p:nvSpPr>
          <p:cNvPr id="42" name="Google Shape;42;p56"/>
          <p:cNvSpPr txBox="1"/>
          <p:nvPr>
            <p:ph idx="1" type="body"/>
          </p:nvPr>
        </p:nvSpPr>
        <p:spPr>
          <a:xfrm>
            <a:off x="2399825" y="1390800"/>
            <a:ext cx="6317400" cy="2361900"/>
          </a:xfrm>
          <a:prstGeom prst="rect">
            <a:avLst/>
          </a:prstGeom>
          <a:noFill/>
          <a:ln>
            <a:noFill/>
          </a:ln>
        </p:spPr>
        <p:txBody>
          <a:bodyPr anchorCtr="0" anchor="t" bIns="91425" lIns="91425" spcFirstLastPara="1" rIns="91425" wrap="square" tIns="91425">
            <a:normAutofit/>
          </a:bodyPr>
          <a:lstStyle>
            <a:lvl1pPr indent="-355600" lvl="0" marL="457200" algn="l">
              <a:lnSpc>
                <a:spcPct val="115000"/>
              </a:lnSpc>
              <a:spcBef>
                <a:spcPts val="0"/>
              </a:spcBef>
              <a:spcAft>
                <a:spcPts val="0"/>
              </a:spcAft>
              <a:buSzPts val="2000"/>
              <a:buChar char="●"/>
              <a:defRPr/>
            </a:lvl1pPr>
            <a:lvl2pPr indent="-342900" lvl="1" marL="914400" algn="l">
              <a:lnSpc>
                <a:spcPct val="115000"/>
              </a:lnSpc>
              <a:spcBef>
                <a:spcPts val="0"/>
              </a:spcBef>
              <a:spcAft>
                <a:spcPts val="0"/>
              </a:spcAft>
              <a:buSzPts val="1800"/>
              <a:buChar char="○"/>
              <a:defRPr/>
            </a:lvl2pPr>
            <a:lvl3pPr indent="-330200" lvl="2" marL="1371600" algn="l">
              <a:lnSpc>
                <a:spcPct val="115000"/>
              </a:lnSpc>
              <a:spcBef>
                <a:spcPts val="0"/>
              </a:spcBef>
              <a:spcAft>
                <a:spcPts val="0"/>
              </a:spcAft>
              <a:buSzPts val="16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with image">
  <p:cSld name="CUSTOM_11">
    <p:spTree>
      <p:nvGrpSpPr>
        <p:cNvPr id="43" name="Shape 43"/>
        <p:cNvGrpSpPr/>
        <p:nvPr/>
      </p:nvGrpSpPr>
      <p:grpSpPr>
        <a:xfrm>
          <a:off x="0" y="0"/>
          <a:ext cx="0" cy="0"/>
          <a:chOff x="0" y="0"/>
          <a:chExt cx="0" cy="0"/>
        </a:xfrm>
      </p:grpSpPr>
      <p:sp>
        <p:nvSpPr>
          <p:cNvPr id="44" name="Google Shape;44;p58"/>
          <p:cNvSpPr txBox="1"/>
          <p:nvPr>
            <p:ph type="title"/>
          </p:nvPr>
        </p:nvSpPr>
        <p:spPr>
          <a:xfrm>
            <a:off x="374700" y="2902550"/>
            <a:ext cx="8394600" cy="1005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5000"/>
              <a:buNone/>
              <a:defRPr sz="5000"/>
            </a:lvl1pPr>
            <a:lvl2pPr lvl="1" algn="l">
              <a:lnSpc>
                <a:spcPct val="100000"/>
              </a:lnSpc>
              <a:spcBef>
                <a:spcPts val="0"/>
              </a:spcBef>
              <a:spcAft>
                <a:spcPts val="0"/>
              </a:spcAft>
              <a:buSzPts val="5000"/>
              <a:buNone/>
              <a:defRPr sz="5000"/>
            </a:lvl2pPr>
            <a:lvl3pPr lvl="2" algn="l">
              <a:lnSpc>
                <a:spcPct val="100000"/>
              </a:lnSpc>
              <a:spcBef>
                <a:spcPts val="0"/>
              </a:spcBef>
              <a:spcAft>
                <a:spcPts val="0"/>
              </a:spcAft>
              <a:buSzPts val="5000"/>
              <a:buNone/>
              <a:defRPr sz="5000"/>
            </a:lvl3pPr>
            <a:lvl4pPr lvl="3" algn="l">
              <a:lnSpc>
                <a:spcPct val="100000"/>
              </a:lnSpc>
              <a:spcBef>
                <a:spcPts val="0"/>
              </a:spcBef>
              <a:spcAft>
                <a:spcPts val="0"/>
              </a:spcAft>
              <a:buSzPts val="5000"/>
              <a:buNone/>
              <a:defRPr sz="5000"/>
            </a:lvl4pPr>
            <a:lvl5pPr lvl="4" algn="l">
              <a:lnSpc>
                <a:spcPct val="100000"/>
              </a:lnSpc>
              <a:spcBef>
                <a:spcPts val="0"/>
              </a:spcBef>
              <a:spcAft>
                <a:spcPts val="0"/>
              </a:spcAft>
              <a:buSzPts val="5000"/>
              <a:buNone/>
              <a:defRPr sz="5000"/>
            </a:lvl5pPr>
            <a:lvl6pPr lvl="5" algn="l">
              <a:lnSpc>
                <a:spcPct val="100000"/>
              </a:lnSpc>
              <a:spcBef>
                <a:spcPts val="0"/>
              </a:spcBef>
              <a:spcAft>
                <a:spcPts val="0"/>
              </a:spcAft>
              <a:buSzPts val="5000"/>
              <a:buNone/>
              <a:defRPr sz="5000"/>
            </a:lvl6pPr>
            <a:lvl7pPr lvl="6" algn="l">
              <a:lnSpc>
                <a:spcPct val="100000"/>
              </a:lnSpc>
              <a:spcBef>
                <a:spcPts val="0"/>
              </a:spcBef>
              <a:spcAft>
                <a:spcPts val="0"/>
              </a:spcAft>
              <a:buSzPts val="5000"/>
              <a:buNone/>
              <a:defRPr sz="5000"/>
            </a:lvl7pPr>
            <a:lvl8pPr lvl="7" algn="l">
              <a:lnSpc>
                <a:spcPct val="100000"/>
              </a:lnSpc>
              <a:spcBef>
                <a:spcPts val="0"/>
              </a:spcBef>
              <a:spcAft>
                <a:spcPts val="0"/>
              </a:spcAft>
              <a:buSzPts val="5000"/>
              <a:buNone/>
              <a:defRPr sz="5000"/>
            </a:lvl8pPr>
            <a:lvl9pPr lvl="8" algn="l">
              <a:lnSpc>
                <a:spcPct val="100000"/>
              </a:lnSpc>
              <a:spcBef>
                <a:spcPts val="0"/>
              </a:spcBef>
              <a:spcAft>
                <a:spcPts val="0"/>
              </a:spcAft>
              <a:buSzPts val="5000"/>
              <a:buNone/>
              <a:defRPr sz="5000"/>
            </a:lvl9pPr>
          </a:lstStyle>
          <a:p/>
        </p:txBody>
      </p:sp>
      <p:sp>
        <p:nvSpPr>
          <p:cNvPr id="45" name="Google Shape;45;p58"/>
          <p:cNvSpPr/>
          <p:nvPr>
            <p:ph idx="2" type="pic"/>
          </p:nvPr>
        </p:nvSpPr>
        <p:spPr>
          <a:xfrm>
            <a:off x="3575250" y="977000"/>
            <a:ext cx="1993500" cy="1785900"/>
          </a:xfrm>
          <a:prstGeom prst="rect">
            <a:avLst/>
          </a:prstGeom>
          <a:noFill/>
          <a:ln>
            <a:no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6" name="Shape 46"/>
        <p:cNvGrpSpPr/>
        <p:nvPr/>
      </p:nvGrpSpPr>
      <p:grpSpPr>
        <a:xfrm>
          <a:off x="0" y="0"/>
          <a:ext cx="0" cy="0"/>
          <a:chOff x="0" y="0"/>
          <a:chExt cx="0" cy="0"/>
        </a:xfrm>
      </p:grpSpPr>
      <p:sp>
        <p:nvSpPr>
          <p:cNvPr id="47" name="Google Shape;47;p59"/>
          <p:cNvSpPr txBox="1"/>
          <p:nvPr>
            <p:ph type="title"/>
          </p:nvPr>
        </p:nvSpPr>
        <p:spPr>
          <a:xfrm>
            <a:off x="112500" y="103550"/>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8" name="Google Shape;48;p59"/>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9" name="Google Shape;49;p59"/>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50" name="Google Shape;50;p5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1st slide)">
  <p:cSld name="TITLE_2">
    <p:spTree>
      <p:nvGrpSpPr>
        <p:cNvPr id="51" name="Shape 51"/>
        <p:cNvGrpSpPr/>
        <p:nvPr/>
      </p:nvGrpSpPr>
      <p:grpSpPr>
        <a:xfrm>
          <a:off x="0" y="0"/>
          <a:ext cx="0" cy="0"/>
          <a:chOff x="0" y="0"/>
          <a:chExt cx="0" cy="0"/>
        </a:xfrm>
      </p:grpSpPr>
      <p:sp>
        <p:nvSpPr>
          <p:cNvPr id="52" name="Google Shape;52;p64"/>
          <p:cNvSpPr txBox="1"/>
          <p:nvPr>
            <p:ph type="ctrTitle"/>
          </p:nvPr>
        </p:nvSpPr>
        <p:spPr>
          <a:xfrm>
            <a:off x="311700" y="1694100"/>
            <a:ext cx="8520600" cy="962700"/>
          </a:xfrm>
          <a:prstGeom prst="rect">
            <a:avLst/>
          </a:prstGeom>
          <a:noFill/>
          <a:ln>
            <a:noFill/>
          </a:ln>
        </p:spPr>
        <p:txBody>
          <a:bodyPr anchorCtr="0" anchor="t" bIns="91425" lIns="91425" spcFirstLastPara="1" rIns="91425" wrap="square" tIns="91425">
            <a:normAutofit/>
          </a:bodyPr>
          <a:lstStyle>
            <a:lvl1pPr lvl="0" marR="0" algn="ctr">
              <a:lnSpc>
                <a:spcPct val="100000"/>
              </a:lnSpc>
              <a:spcBef>
                <a:spcPts val="0"/>
              </a:spcBef>
              <a:spcAft>
                <a:spcPts val="0"/>
              </a:spcAft>
              <a:buSzPts val="2800"/>
              <a:buNone/>
              <a:defRPr b="1" sz="5000">
                <a:solidFill>
                  <a:schemeClr val="accent1"/>
                </a:solidFill>
                <a:latin typeface="Avenir"/>
                <a:ea typeface="Avenir"/>
                <a:cs typeface="Avenir"/>
                <a:sym typeface="Avenir"/>
              </a:defRPr>
            </a:lvl1pPr>
            <a:lvl2pPr lvl="1" algn="ctr">
              <a:lnSpc>
                <a:spcPct val="100000"/>
              </a:lnSpc>
              <a:spcBef>
                <a:spcPts val="0"/>
              </a:spcBef>
              <a:spcAft>
                <a:spcPts val="0"/>
              </a:spcAft>
              <a:buSzPts val="5000"/>
              <a:buFont typeface="Avenir"/>
              <a:buNone/>
              <a:defRPr b="1" sz="5000">
                <a:latin typeface="Avenir"/>
                <a:ea typeface="Avenir"/>
                <a:cs typeface="Avenir"/>
                <a:sym typeface="Avenir"/>
              </a:defRPr>
            </a:lvl2pPr>
            <a:lvl3pPr lvl="2" algn="ctr">
              <a:lnSpc>
                <a:spcPct val="100000"/>
              </a:lnSpc>
              <a:spcBef>
                <a:spcPts val="0"/>
              </a:spcBef>
              <a:spcAft>
                <a:spcPts val="0"/>
              </a:spcAft>
              <a:buSzPts val="5000"/>
              <a:buFont typeface="Avenir"/>
              <a:buNone/>
              <a:defRPr b="1" sz="5000">
                <a:latin typeface="Avenir"/>
                <a:ea typeface="Avenir"/>
                <a:cs typeface="Avenir"/>
                <a:sym typeface="Avenir"/>
              </a:defRPr>
            </a:lvl3pPr>
            <a:lvl4pPr lvl="3" algn="ctr">
              <a:lnSpc>
                <a:spcPct val="100000"/>
              </a:lnSpc>
              <a:spcBef>
                <a:spcPts val="0"/>
              </a:spcBef>
              <a:spcAft>
                <a:spcPts val="0"/>
              </a:spcAft>
              <a:buSzPts val="5000"/>
              <a:buFont typeface="Avenir"/>
              <a:buNone/>
              <a:defRPr b="1" sz="5000">
                <a:latin typeface="Avenir"/>
                <a:ea typeface="Avenir"/>
                <a:cs typeface="Avenir"/>
                <a:sym typeface="Avenir"/>
              </a:defRPr>
            </a:lvl4pPr>
            <a:lvl5pPr lvl="4" algn="ctr">
              <a:lnSpc>
                <a:spcPct val="100000"/>
              </a:lnSpc>
              <a:spcBef>
                <a:spcPts val="0"/>
              </a:spcBef>
              <a:spcAft>
                <a:spcPts val="0"/>
              </a:spcAft>
              <a:buSzPts val="5000"/>
              <a:buFont typeface="Avenir"/>
              <a:buNone/>
              <a:defRPr b="1" sz="5000">
                <a:latin typeface="Avenir"/>
                <a:ea typeface="Avenir"/>
                <a:cs typeface="Avenir"/>
                <a:sym typeface="Avenir"/>
              </a:defRPr>
            </a:lvl5pPr>
            <a:lvl6pPr lvl="5" algn="ctr">
              <a:lnSpc>
                <a:spcPct val="100000"/>
              </a:lnSpc>
              <a:spcBef>
                <a:spcPts val="0"/>
              </a:spcBef>
              <a:spcAft>
                <a:spcPts val="0"/>
              </a:spcAft>
              <a:buSzPts val="5000"/>
              <a:buFont typeface="Avenir"/>
              <a:buNone/>
              <a:defRPr b="1" sz="5000">
                <a:latin typeface="Avenir"/>
                <a:ea typeface="Avenir"/>
                <a:cs typeface="Avenir"/>
                <a:sym typeface="Avenir"/>
              </a:defRPr>
            </a:lvl6pPr>
            <a:lvl7pPr lvl="6" algn="ctr">
              <a:lnSpc>
                <a:spcPct val="100000"/>
              </a:lnSpc>
              <a:spcBef>
                <a:spcPts val="0"/>
              </a:spcBef>
              <a:spcAft>
                <a:spcPts val="0"/>
              </a:spcAft>
              <a:buSzPts val="5000"/>
              <a:buFont typeface="Avenir"/>
              <a:buNone/>
              <a:defRPr b="1" sz="5000">
                <a:latin typeface="Avenir"/>
                <a:ea typeface="Avenir"/>
                <a:cs typeface="Avenir"/>
                <a:sym typeface="Avenir"/>
              </a:defRPr>
            </a:lvl7pPr>
            <a:lvl8pPr lvl="7" algn="ctr">
              <a:lnSpc>
                <a:spcPct val="100000"/>
              </a:lnSpc>
              <a:spcBef>
                <a:spcPts val="0"/>
              </a:spcBef>
              <a:spcAft>
                <a:spcPts val="0"/>
              </a:spcAft>
              <a:buSzPts val="5000"/>
              <a:buFont typeface="Avenir"/>
              <a:buNone/>
              <a:defRPr b="1" sz="5000">
                <a:latin typeface="Avenir"/>
                <a:ea typeface="Avenir"/>
                <a:cs typeface="Avenir"/>
                <a:sym typeface="Avenir"/>
              </a:defRPr>
            </a:lvl8pPr>
            <a:lvl9pPr lvl="8" algn="ctr">
              <a:lnSpc>
                <a:spcPct val="100000"/>
              </a:lnSpc>
              <a:spcBef>
                <a:spcPts val="0"/>
              </a:spcBef>
              <a:spcAft>
                <a:spcPts val="0"/>
              </a:spcAft>
              <a:buSzPts val="5000"/>
              <a:buFont typeface="Avenir"/>
              <a:buNone/>
              <a:defRPr b="1" sz="5000">
                <a:latin typeface="Avenir"/>
                <a:ea typeface="Avenir"/>
                <a:cs typeface="Avenir"/>
                <a:sym typeface="Avenir"/>
              </a:defRPr>
            </a:lvl9pPr>
          </a:lstStyle>
          <a:p/>
        </p:txBody>
      </p:sp>
      <p:sp>
        <p:nvSpPr>
          <p:cNvPr id="53" name="Google Shape;53;p64"/>
          <p:cNvSpPr txBox="1"/>
          <p:nvPr>
            <p:ph idx="1" type="subTitle"/>
          </p:nvPr>
        </p:nvSpPr>
        <p:spPr>
          <a:xfrm>
            <a:off x="311700" y="2656800"/>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accent4"/>
              </a:buClr>
              <a:buSzPts val="2800"/>
              <a:buFont typeface="Avenir"/>
              <a:buNone/>
              <a:defRPr b="1" sz="2800">
                <a:solidFill>
                  <a:schemeClr val="accent4"/>
                </a:solidFill>
                <a:latin typeface="Avenir"/>
                <a:ea typeface="Avenir"/>
                <a:cs typeface="Avenir"/>
                <a:sym typeface="Avenir"/>
              </a:defRPr>
            </a:lvl1pPr>
            <a:lvl2pPr lvl="1" algn="ctr">
              <a:lnSpc>
                <a:spcPct val="100000"/>
              </a:lnSpc>
              <a:spcBef>
                <a:spcPts val="0"/>
              </a:spcBef>
              <a:spcAft>
                <a:spcPts val="0"/>
              </a:spcAft>
              <a:buClr>
                <a:schemeClr val="accent4"/>
              </a:buClr>
              <a:buSzPts val="2800"/>
              <a:buFont typeface="Avenir"/>
              <a:buNone/>
              <a:defRPr b="1" sz="2800">
                <a:solidFill>
                  <a:schemeClr val="accent4"/>
                </a:solidFill>
                <a:latin typeface="Avenir"/>
                <a:ea typeface="Avenir"/>
                <a:cs typeface="Avenir"/>
                <a:sym typeface="Avenir"/>
              </a:defRPr>
            </a:lvl2pPr>
            <a:lvl3pPr lvl="2" algn="ctr">
              <a:lnSpc>
                <a:spcPct val="100000"/>
              </a:lnSpc>
              <a:spcBef>
                <a:spcPts val="0"/>
              </a:spcBef>
              <a:spcAft>
                <a:spcPts val="0"/>
              </a:spcAft>
              <a:buClr>
                <a:schemeClr val="accent4"/>
              </a:buClr>
              <a:buSzPts val="2800"/>
              <a:buFont typeface="Avenir"/>
              <a:buNone/>
              <a:defRPr b="1" sz="2800">
                <a:solidFill>
                  <a:schemeClr val="accent4"/>
                </a:solidFill>
                <a:latin typeface="Avenir"/>
                <a:ea typeface="Avenir"/>
                <a:cs typeface="Avenir"/>
                <a:sym typeface="Avenir"/>
              </a:defRPr>
            </a:lvl3pPr>
            <a:lvl4pPr lvl="3" algn="ctr">
              <a:lnSpc>
                <a:spcPct val="100000"/>
              </a:lnSpc>
              <a:spcBef>
                <a:spcPts val="0"/>
              </a:spcBef>
              <a:spcAft>
                <a:spcPts val="0"/>
              </a:spcAft>
              <a:buClr>
                <a:schemeClr val="accent4"/>
              </a:buClr>
              <a:buSzPts val="2800"/>
              <a:buFont typeface="Avenir"/>
              <a:buNone/>
              <a:defRPr b="1" sz="2800">
                <a:solidFill>
                  <a:schemeClr val="accent4"/>
                </a:solidFill>
                <a:latin typeface="Avenir"/>
                <a:ea typeface="Avenir"/>
                <a:cs typeface="Avenir"/>
                <a:sym typeface="Avenir"/>
              </a:defRPr>
            </a:lvl4pPr>
            <a:lvl5pPr lvl="4" algn="ctr">
              <a:lnSpc>
                <a:spcPct val="100000"/>
              </a:lnSpc>
              <a:spcBef>
                <a:spcPts val="0"/>
              </a:spcBef>
              <a:spcAft>
                <a:spcPts val="0"/>
              </a:spcAft>
              <a:buClr>
                <a:schemeClr val="accent4"/>
              </a:buClr>
              <a:buSzPts val="2800"/>
              <a:buFont typeface="Avenir"/>
              <a:buNone/>
              <a:defRPr b="1" sz="2800">
                <a:solidFill>
                  <a:schemeClr val="accent4"/>
                </a:solidFill>
                <a:latin typeface="Avenir"/>
                <a:ea typeface="Avenir"/>
                <a:cs typeface="Avenir"/>
                <a:sym typeface="Avenir"/>
              </a:defRPr>
            </a:lvl5pPr>
            <a:lvl6pPr lvl="5" algn="ctr">
              <a:lnSpc>
                <a:spcPct val="100000"/>
              </a:lnSpc>
              <a:spcBef>
                <a:spcPts val="0"/>
              </a:spcBef>
              <a:spcAft>
                <a:spcPts val="0"/>
              </a:spcAft>
              <a:buClr>
                <a:schemeClr val="accent4"/>
              </a:buClr>
              <a:buSzPts val="2800"/>
              <a:buFont typeface="Avenir"/>
              <a:buNone/>
              <a:defRPr b="1" sz="2800">
                <a:solidFill>
                  <a:schemeClr val="accent4"/>
                </a:solidFill>
                <a:latin typeface="Avenir"/>
                <a:ea typeface="Avenir"/>
                <a:cs typeface="Avenir"/>
                <a:sym typeface="Avenir"/>
              </a:defRPr>
            </a:lvl6pPr>
            <a:lvl7pPr lvl="6" algn="ctr">
              <a:lnSpc>
                <a:spcPct val="100000"/>
              </a:lnSpc>
              <a:spcBef>
                <a:spcPts val="0"/>
              </a:spcBef>
              <a:spcAft>
                <a:spcPts val="0"/>
              </a:spcAft>
              <a:buClr>
                <a:schemeClr val="accent4"/>
              </a:buClr>
              <a:buSzPts val="2800"/>
              <a:buFont typeface="Avenir"/>
              <a:buNone/>
              <a:defRPr b="1" sz="2800">
                <a:solidFill>
                  <a:schemeClr val="accent4"/>
                </a:solidFill>
                <a:latin typeface="Avenir"/>
                <a:ea typeface="Avenir"/>
                <a:cs typeface="Avenir"/>
                <a:sym typeface="Avenir"/>
              </a:defRPr>
            </a:lvl7pPr>
            <a:lvl8pPr lvl="7" algn="ctr">
              <a:lnSpc>
                <a:spcPct val="100000"/>
              </a:lnSpc>
              <a:spcBef>
                <a:spcPts val="0"/>
              </a:spcBef>
              <a:spcAft>
                <a:spcPts val="0"/>
              </a:spcAft>
              <a:buClr>
                <a:schemeClr val="accent4"/>
              </a:buClr>
              <a:buSzPts val="2800"/>
              <a:buFont typeface="Avenir"/>
              <a:buNone/>
              <a:defRPr b="1" sz="2800">
                <a:solidFill>
                  <a:schemeClr val="accent4"/>
                </a:solidFill>
                <a:latin typeface="Avenir"/>
                <a:ea typeface="Avenir"/>
                <a:cs typeface="Avenir"/>
                <a:sym typeface="Avenir"/>
              </a:defRPr>
            </a:lvl8pPr>
            <a:lvl9pPr lvl="8" algn="ctr">
              <a:lnSpc>
                <a:spcPct val="100000"/>
              </a:lnSpc>
              <a:spcBef>
                <a:spcPts val="0"/>
              </a:spcBef>
              <a:spcAft>
                <a:spcPts val="0"/>
              </a:spcAft>
              <a:buClr>
                <a:schemeClr val="accent4"/>
              </a:buClr>
              <a:buSzPts val="2800"/>
              <a:buFont typeface="Avenir"/>
              <a:buNone/>
              <a:defRPr b="1" sz="2800">
                <a:solidFill>
                  <a:schemeClr val="accent4"/>
                </a:solidFill>
                <a:latin typeface="Avenir"/>
                <a:ea typeface="Avenir"/>
                <a:cs typeface="Avenir"/>
                <a:sym typeface="Avenir"/>
              </a:defRPr>
            </a:lvl9pPr>
          </a:lstStyle>
          <a:p/>
        </p:txBody>
      </p:sp>
      <p:sp>
        <p:nvSpPr>
          <p:cNvPr id="54" name="Google Shape;54;p6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id="56" name="Google Shape;56;p65"/>
          <p:cNvSpPr txBox="1"/>
          <p:nvPr>
            <p:ph type="title"/>
          </p:nvPr>
        </p:nvSpPr>
        <p:spPr>
          <a:xfrm>
            <a:off x="112500" y="103550"/>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7" name="Google Shape;57;p6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alf and half (dark blue 1)">
  <p:cSld name="SECTION_TITLE_AND_DESCRIPTION">
    <p:spTree>
      <p:nvGrpSpPr>
        <p:cNvPr id="58" name="Shape 58"/>
        <p:cNvGrpSpPr/>
        <p:nvPr/>
      </p:nvGrpSpPr>
      <p:grpSpPr>
        <a:xfrm>
          <a:off x="0" y="0"/>
          <a:ext cx="0" cy="0"/>
          <a:chOff x="0" y="0"/>
          <a:chExt cx="0" cy="0"/>
        </a:xfrm>
      </p:grpSpPr>
      <p:sp>
        <p:nvSpPr>
          <p:cNvPr id="59" name="Google Shape;59;p66"/>
          <p:cNvSpPr/>
          <p:nvPr/>
        </p:nvSpPr>
        <p:spPr>
          <a:xfrm rot="-5400000">
            <a:off x="-22383" y="17"/>
            <a:ext cx="5188266" cy="5143500"/>
          </a:xfrm>
          <a:prstGeom prst="flowChartDocumen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66"/>
          <p:cNvSpPr txBox="1"/>
          <p:nvPr>
            <p:ph type="title"/>
          </p:nvPr>
        </p:nvSpPr>
        <p:spPr>
          <a:xfrm>
            <a:off x="146000" y="1233175"/>
            <a:ext cx="4045200" cy="14823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lt1"/>
              </a:buClr>
              <a:buSzPts val="4200"/>
              <a:buNone/>
              <a:defRPr>
                <a:solidFill>
                  <a:schemeClr val="lt1"/>
                </a:solidFill>
              </a:defRPr>
            </a:lvl1pPr>
            <a:lvl2pPr lvl="1" algn="ctr">
              <a:lnSpc>
                <a:spcPct val="100000"/>
              </a:lnSpc>
              <a:spcBef>
                <a:spcPts val="0"/>
              </a:spcBef>
              <a:spcAft>
                <a:spcPts val="0"/>
              </a:spcAft>
              <a:buClr>
                <a:schemeClr val="lt1"/>
              </a:buClr>
              <a:buSzPts val="4200"/>
              <a:buNone/>
              <a:defRPr sz="4200">
                <a:solidFill>
                  <a:schemeClr val="lt1"/>
                </a:solidFill>
              </a:defRPr>
            </a:lvl2pPr>
            <a:lvl3pPr lvl="2" algn="ctr">
              <a:lnSpc>
                <a:spcPct val="100000"/>
              </a:lnSpc>
              <a:spcBef>
                <a:spcPts val="0"/>
              </a:spcBef>
              <a:spcAft>
                <a:spcPts val="0"/>
              </a:spcAft>
              <a:buClr>
                <a:schemeClr val="lt1"/>
              </a:buClr>
              <a:buSzPts val="4200"/>
              <a:buNone/>
              <a:defRPr sz="4200">
                <a:solidFill>
                  <a:schemeClr val="lt1"/>
                </a:solidFill>
              </a:defRPr>
            </a:lvl3pPr>
            <a:lvl4pPr lvl="3" algn="ctr">
              <a:lnSpc>
                <a:spcPct val="100000"/>
              </a:lnSpc>
              <a:spcBef>
                <a:spcPts val="0"/>
              </a:spcBef>
              <a:spcAft>
                <a:spcPts val="0"/>
              </a:spcAft>
              <a:buClr>
                <a:schemeClr val="lt1"/>
              </a:buClr>
              <a:buSzPts val="4200"/>
              <a:buNone/>
              <a:defRPr sz="4200">
                <a:solidFill>
                  <a:schemeClr val="lt1"/>
                </a:solidFill>
              </a:defRPr>
            </a:lvl4pPr>
            <a:lvl5pPr lvl="4" algn="ctr">
              <a:lnSpc>
                <a:spcPct val="100000"/>
              </a:lnSpc>
              <a:spcBef>
                <a:spcPts val="0"/>
              </a:spcBef>
              <a:spcAft>
                <a:spcPts val="0"/>
              </a:spcAft>
              <a:buClr>
                <a:schemeClr val="lt1"/>
              </a:buClr>
              <a:buSzPts val="4200"/>
              <a:buNone/>
              <a:defRPr sz="4200">
                <a:solidFill>
                  <a:schemeClr val="lt1"/>
                </a:solidFill>
              </a:defRPr>
            </a:lvl5pPr>
            <a:lvl6pPr lvl="5" algn="ctr">
              <a:lnSpc>
                <a:spcPct val="100000"/>
              </a:lnSpc>
              <a:spcBef>
                <a:spcPts val="0"/>
              </a:spcBef>
              <a:spcAft>
                <a:spcPts val="0"/>
              </a:spcAft>
              <a:buClr>
                <a:schemeClr val="lt1"/>
              </a:buClr>
              <a:buSzPts val="4200"/>
              <a:buNone/>
              <a:defRPr sz="4200">
                <a:solidFill>
                  <a:schemeClr val="lt1"/>
                </a:solidFill>
              </a:defRPr>
            </a:lvl6pPr>
            <a:lvl7pPr lvl="6" algn="ctr">
              <a:lnSpc>
                <a:spcPct val="100000"/>
              </a:lnSpc>
              <a:spcBef>
                <a:spcPts val="0"/>
              </a:spcBef>
              <a:spcAft>
                <a:spcPts val="0"/>
              </a:spcAft>
              <a:buClr>
                <a:schemeClr val="lt1"/>
              </a:buClr>
              <a:buSzPts val="4200"/>
              <a:buNone/>
              <a:defRPr sz="4200">
                <a:solidFill>
                  <a:schemeClr val="lt1"/>
                </a:solidFill>
              </a:defRPr>
            </a:lvl7pPr>
            <a:lvl8pPr lvl="7" algn="ctr">
              <a:lnSpc>
                <a:spcPct val="100000"/>
              </a:lnSpc>
              <a:spcBef>
                <a:spcPts val="0"/>
              </a:spcBef>
              <a:spcAft>
                <a:spcPts val="0"/>
              </a:spcAft>
              <a:buClr>
                <a:schemeClr val="lt1"/>
              </a:buClr>
              <a:buSzPts val="4200"/>
              <a:buNone/>
              <a:defRPr sz="4200">
                <a:solidFill>
                  <a:schemeClr val="lt1"/>
                </a:solidFill>
              </a:defRPr>
            </a:lvl8pPr>
            <a:lvl9pPr lvl="8" algn="ctr">
              <a:lnSpc>
                <a:spcPct val="100000"/>
              </a:lnSpc>
              <a:spcBef>
                <a:spcPts val="0"/>
              </a:spcBef>
              <a:spcAft>
                <a:spcPts val="0"/>
              </a:spcAft>
              <a:buClr>
                <a:schemeClr val="lt1"/>
              </a:buClr>
              <a:buSzPts val="4200"/>
              <a:buNone/>
              <a:defRPr sz="4200">
                <a:solidFill>
                  <a:schemeClr val="lt1"/>
                </a:solidFill>
              </a:defRPr>
            </a:lvl9pPr>
          </a:lstStyle>
          <a:p/>
        </p:txBody>
      </p:sp>
      <p:sp>
        <p:nvSpPr>
          <p:cNvPr id="61" name="Google Shape;61;p66"/>
          <p:cNvSpPr txBox="1"/>
          <p:nvPr>
            <p:ph idx="1" type="subTitle"/>
          </p:nvPr>
        </p:nvSpPr>
        <p:spPr>
          <a:xfrm>
            <a:off x="1460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2100"/>
              <a:buNone/>
              <a:defRPr sz="2100">
                <a:solidFill>
                  <a:schemeClr val="lt1"/>
                </a:solidFill>
              </a:defRPr>
            </a:lvl1pPr>
            <a:lvl2pPr lvl="1" algn="ctr">
              <a:lnSpc>
                <a:spcPct val="100000"/>
              </a:lnSpc>
              <a:spcBef>
                <a:spcPts val="0"/>
              </a:spcBef>
              <a:spcAft>
                <a:spcPts val="0"/>
              </a:spcAft>
              <a:buClr>
                <a:schemeClr val="lt1"/>
              </a:buClr>
              <a:buSzPts val="2100"/>
              <a:buNone/>
              <a:defRPr sz="2100">
                <a:solidFill>
                  <a:schemeClr val="lt1"/>
                </a:solidFill>
              </a:defRPr>
            </a:lvl2pPr>
            <a:lvl3pPr lvl="2" algn="ctr">
              <a:lnSpc>
                <a:spcPct val="100000"/>
              </a:lnSpc>
              <a:spcBef>
                <a:spcPts val="0"/>
              </a:spcBef>
              <a:spcAft>
                <a:spcPts val="0"/>
              </a:spcAft>
              <a:buClr>
                <a:schemeClr val="lt1"/>
              </a:buClr>
              <a:buSzPts val="2100"/>
              <a:buNone/>
              <a:defRPr sz="2100">
                <a:solidFill>
                  <a:schemeClr val="lt1"/>
                </a:solidFill>
              </a:defRPr>
            </a:lvl3pPr>
            <a:lvl4pPr lvl="3" algn="ctr">
              <a:lnSpc>
                <a:spcPct val="100000"/>
              </a:lnSpc>
              <a:spcBef>
                <a:spcPts val="0"/>
              </a:spcBef>
              <a:spcAft>
                <a:spcPts val="0"/>
              </a:spcAft>
              <a:buClr>
                <a:schemeClr val="lt1"/>
              </a:buClr>
              <a:buSzPts val="2100"/>
              <a:buNone/>
              <a:defRPr sz="2100">
                <a:solidFill>
                  <a:schemeClr val="lt1"/>
                </a:solidFill>
              </a:defRPr>
            </a:lvl4pPr>
            <a:lvl5pPr lvl="4" algn="ctr">
              <a:lnSpc>
                <a:spcPct val="100000"/>
              </a:lnSpc>
              <a:spcBef>
                <a:spcPts val="0"/>
              </a:spcBef>
              <a:spcAft>
                <a:spcPts val="0"/>
              </a:spcAft>
              <a:buClr>
                <a:schemeClr val="lt1"/>
              </a:buClr>
              <a:buSzPts val="2100"/>
              <a:buNone/>
              <a:defRPr sz="2100">
                <a:solidFill>
                  <a:schemeClr val="lt1"/>
                </a:solidFill>
              </a:defRPr>
            </a:lvl5pPr>
            <a:lvl6pPr lvl="5" algn="ctr">
              <a:lnSpc>
                <a:spcPct val="100000"/>
              </a:lnSpc>
              <a:spcBef>
                <a:spcPts val="0"/>
              </a:spcBef>
              <a:spcAft>
                <a:spcPts val="0"/>
              </a:spcAft>
              <a:buClr>
                <a:schemeClr val="lt1"/>
              </a:buClr>
              <a:buSzPts val="2100"/>
              <a:buNone/>
              <a:defRPr sz="2100">
                <a:solidFill>
                  <a:schemeClr val="lt1"/>
                </a:solidFill>
              </a:defRPr>
            </a:lvl6pPr>
            <a:lvl7pPr lvl="6" algn="ctr">
              <a:lnSpc>
                <a:spcPct val="100000"/>
              </a:lnSpc>
              <a:spcBef>
                <a:spcPts val="0"/>
              </a:spcBef>
              <a:spcAft>
                <a:spcPts val="0"/>
              </a:spcAft>
              <a:buClr>
                <a:schemeClr val="lt1"/>
              </a:buClr>
              <a:buSzPts val="2100"/>
              <a:buNone/>
              <a:defRPr sz="2100">
                <a:solidFill>
                  <a:schemeClr val="lt1"/>
                </a:solidFill>
              </a:defRPr>
            </a:lvl7pPr>
            <a:lvl8pPr lvl="7" algn="ctr">
              <a:lnSpc>
                <a:spcPct val="100000"/>
              </a:lnSpc>
              <a:spcBef>
                <a:spcPts val="0"/>
              </a:spcBef>
              <a:spcAft>
                <a:spcPts val="0"/>
              </a:spcAft>
              <a:buClr>
                <a:schemeClr val="lt1"/>
              </a:buClr>
              <a:buSzPts val="2100"/>
              <a:buNone/>
              <a:defRPr sz="2100">
                <a:solidFill>
                  <a:schemeClr val="lt1"/>
                </a:solidFill>
              </a:defRPr>
            </a:lvl8pPr>
            <a:lvl9pPr lvl="8" algn="ctr">
              <a:lnSpc>
                <a:spcPct val="100000"/>
              </a:lnSpc>
              <a:spcBef>
                <a:spcPts val="0"/>
              </a:spcBef>
              <a:spcAft>
                <a:spcPts val="0"/>
              </a:spcAft>
              <a:buClr>
                <a:schemeClr val="lt1"/>
              </a:buClr>
              <a:buSzPts val="2100"/>
              <a:buNone/>
              <a:defRPr sz="2100">
                <a:solidFill>
                  <a:schemeClr val="lt1"/>
                </a:solidFill>
              </a:defRPr>
            </a:lvl9pPr>
          </a:lstStyle>
          <a:p/>
        </p:txBody>
      </p:sp>
      <p:sp>
        <p:nvSpPr>
          <p:cNvPr id="62" name="Google Shape;62;p6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63" name="Google Shape;63;p66"/>
          <p:cNvSpPr txBox="1"/>
          <p:nvPr>
            <p:ph idx="2" type="title"/>
          </p:nvPr>
        </p:nvSpPr>
        <p:spPr>
          <a:xfrm>
            <a:off x="5032850" y="1320775"/>
            <a:ext cx="4045200" cy="14823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lt2"/>
              </a:buClr>
              <a:buSzPts val="4200"/>
              <a:buNone/>
              <a:defRPr>
                <a:solidFill>
                  <a:schemeClr val="lt2"/>
                </a:solidFill>
              </a:defRPr>
            </a:lvl1pPr>
            <a:lvl2pPr lvl="1" algn="ctr">
              <a:lnSpc>
                <a:spcPct val="100000"/>
              </a:lnSpc>
              <a:spcBef>
                <a:spcPts val="0"/>
              </a:spcBef>
              <a:spcAft>
                <a:spcPts val="0"/>
              </a:spcAft>
              <a:buClr>
                <a:schemeClr val="lt2"/>
              </a:buClr>
              <a:buSzPts val="4200"/>
              <a:buNone/>
              <a:defRPr sz="4200">
                <a:solidFill>
                  <a:schemeClr val="lt2"/>
                </a:solidFill>
              </a:defRPr>
            </a:lvl2pPr>
            <a:lvl3pPr lvl="2" algn="ctr">
              <a:lnSpc>
                <a:spcPct val="100000"/>
              </a:lnSpc>
              <a:spcBef>
                <a:spcPts val="0"/>
              </a:spcBef>
              <a:spcAft>
                <a:spcPts val="0"/>
              </a:spcAft>
              <a:buClr>
                <a:schemeClr val="lt2"/>
              </a:buClr>
              <a:buSzPts val="4200"/>
              <a:buNone/>
              <a:defRPr sz="4200">
                <a:solidFill>
                  <a:schemeClr val="lt2"/>
                </a:solidFill>
              </a:defRPr>
            </a:lvl3pPr>
            <a:lvl4pPr lvl="3" algn="ctr">
              <a:lnSpc>
                <a:spcPct val="100000"/>
              </a:lnSpc>
              <a:spcBef>
                <a:spcPts val="0"/>
              </a:spcBef>
              <a:spcAft>
                <a:spcPts val="0"/>
              </a:spcAft>
              <a:buClr>
                <a:schemeClr val="lt2"/>
              </a:buClr>
              <a:buSzPts val="4200"/>
              <a:buNone/>
              <a:defRPr sz="4200">
                <a:solidFill>
                  <a:schemeClr val="lt2"/>
                </a:solidFill>
              </a:defRPr>
            </a:lvl4pPr>
            <a:lvl5pPr lvl="4" algn="ctr">
              <a:lnSpc>
                <a:spcPct val="100000"/>
              </a:lnSpc>
              <a:spcBef>
                <a:spcPts val="0"/>
              </a:spcBef>
              <a:spcAft>
                <a:spcPts val="0"/>
              </a:spcAft>
              <a:buClr>
                <a:schemeClr val="lt2"/>
              </a:buClr>
              <a:buSzPts val="4200"/>
              <a:buNone/>
              <a:defRPr sz="4200">
                <a:solidFill>
                  <a:schemeClr val="lt2"/>
                </a:solidFill>
              </a:defRPr>
            </a:lvl5pPr>
            <a:lvl6pPr lvl="5" algn="ctr">
              <a:lnSpc>
                <a:spcPct val="100000"/>
              </a:lnSpc>
              <a:spcBef>
                <a:spcPts val="0"/>
              </a:spcBef>
              <a:spcAft>
                <a:spcPts val="0"/>
              </a:spcAft>
              <a:buClr>
                <a:schemeClr val="lt2"/>
              </a:buClr>
              <a:buSzPts val="4200"/>
              <a:buNone/>
              <a:defRPr sz="4200">
                <a:solidFill>
                  <a:schemeClr val="lt2"/>
                </a:solidFill>
              </a:defRPr>
            </a:lvl6pPr>
            <a:lvl7pPr lvl="6" algn="ctr">
              <a:lnSpc>
                <a:spcPct val="100000"/>
              </a:lnSpc>
              <a:spcBef>
                <a:spcPts val="0"/>
              </a:spcBef>
              <a:spcAft>
                <a:spcPts val="0"/>
              </a:spcAft>
              <a:buClr>
                <a:schemeClr val="lt2"/>
              </a:buClr>
              <a:buSzPts val="4200"/>
              <a:buNone/>
              <a:defRPr sz="4200">
                <a:solidFill>
                  <a:schemeClr val="lt2"/>
                </a:solidFill>
              </a:defRPr>
            </a:lvl7pPr>
            <a:lvl8pPr lvl="7" algn="ctr">
              <a:lnSpc>
                <a:spcPct val="100000"/>
              </a:lnSpc>
              <a:spcBef>
                <a:spcPts val="0"/>
              </a:spcBef>
              <a:spcAft>
                <a:spcPts val="0"/>
              </a:spcAft>
              <a:buClr>
                <a:schemeClr val="lt2"/>
              </a:buClr>
              <a:buSzPts val="4200"/>
              <a:buNone/>
              <a:defRPr sz="4200">
                <a:solidFill>
                  <a:schemeClr val="lt2"/>
                </a:solidFill>
              </a:defRPr>
            </a:lvl8pPr>
            <a:lvl9pPr lvl="8" algn="ctr">
              <a:lnSpc>
                <a:spcPct val="100000"/>
              </a:lnSpc>
              <a:spcBef>
                <a:spcPts val="0"/>
              </a:spcBef>
              <a:spcAft>
                <a:spcPts val="0"/>
              </a:spcAft>
              <a:buClr>
                <a:schemeClr val="lt2"/>
              </a:buClr>
              <a:buSzPts val="4200"/>
              <a:buNone/>
              <a:defRPr sz="4200">
                <a:solidFill>
                  <a:schemeClr val="lt2"/>
                </a:solidFill>
              </a:defRPr>
            </a:lvl9pPr>
          </a:lstStyle>
          <a:p/>
        </p:txBody>
      </p:sp>
      <p:sp>
        <p:nvSpPr>
          <p:cNvPr id="64" name="Google Shape;64;p66"/>
          <p:cNvSpPr txBox="1"/>
          <p:nvPr>
            <p:ph idx="3" type="subTitle"/>
          </p:nvPr>
        </p:nvSpPr>
        <p:spPr>
          <a:xfrm>
            <a:off x="503285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dk1"/>
              </a:buClr>
              <a:buSzPts val="2100"/>
              <a:buNone/>
              <a:defRPr sz="21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alf and half (dark blue 2)">
  <p:cSld name="SECTION_TITLE_AND_DESCRIPTION_2">
    <p:spTree>
      <p:nvGrpSpPr>
        <p:cNvPr id="65" name="Shape 65"/>
        <p:cNvGrpSpPr/>
        <p:nvPr/>
      </p:nvGrpSpPr>
      <p:grpSpPr>
        <a:xfrm>
          <a:off x="0" y="0"/>
          <a:ext cx="0" cy="0"/>
          <a:chOff x="0" y="0"/>
          <a:chExt cx="0" cy="0"/>
        </a:xfrm>
      </p:grpSpPr>
      <p:sp>
        <p:nvSpPr>
          <p:cNvPr id="66" name="Google Shape;66;p67"/>
          <p:cNvSpPr/>
          <p:nvPr/>
        </p:nvSpPr>
        <p:spPr>
          <a:xfrm flipH="1" rot="5400000">
            <a:off x="3978117" y="17"/>
            <a:ext cx="5188266" cy="5143500"/>
          </a:xfrm>
          <a:prstGeom prst="flowChartDocumen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67"/>
          <p:cNvSpPr txBox="1"/>
          <p:nvPr>
            <p:ph type="title"/>
          </p:nvPr>
        </p:nvSpPr>
        <p:spPr>
          <a:xfrm>
            <a:off x="98575" y="1233175"/>
            <a:ext cx="4045200" cy="14823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lt2"/>
              </a:buClr>
              <a:buSzPts val="4200"/>
              <a:buNone/>
              <a:defRPr>
                <a:solidFill>
                  <a:schemeClr val="lt2"/>
                </a:solidFill>
              </a:defRPr>
            </a:lvl1pPr>
            <a:lvl2pPr lvl="1" algn="ctr">
              <a:lnSpc>
                <a:spcPct val="100000"/>
              </a:lnSpc>
              <a:spcBef>
                <a:spcPts val="0"/>
              </a:spcBef>
              <a:spcAft>
                <a:spcPts val="0"/>
              </a:spcAft>
              <a:buClr>
                <a:schemeClr val="lt2"/>
              </a:buClr>
              <a:buSzPts val="4200"/>
              <a:buNone/>
              <a:defRPr sz="4200">
                <a:solidFill>
                  <a:schemeClr val="lt2"/>
                </a:solidFill>
              </a:defRPr>
            </a:lvl2pPr>
            <a:lvl3pPr lvl="2" algn="ctr">
              <a:lnSpc>
                <a:spcPct val="100000"/>
              </a:lnSpc>
              <a:spcBef>
                <a:spcPts val="0"/>
              </a:spcBef>
              <a:spcAft>
                <a:spcPts val="0"/>
              </a:spcAft>
              <a:buClr>
                <a:schemeClr val="lt2"/>
              </a:buClr>
              <a:buSzPts val="4200"/>
              <a:buNone/>
              <a:defRPr sz="4200">
                <a:solidFill>
                  <a:schemeClr val="lt2"/>
                </a:solidFill>
              </a:defRPr>
            </a:lvl3pPr>
            <a:lvl4pPr lvl="3" algn="ctr">
              <a:lnSpc>
                <a:spcPct val="100000"/>
              </a:lnSpc>
              <a:spcBef>
                <a:spcPts val="0"/>
              </a:spcBef>
              <a:spcAft>
                <a:spcPts val="0"/>
              </a:spcAft>
              <a:buClr>
                <a:schemeClr val="lt2"/>
              </a:buClr>
              <a:buSzPts val="4200"/>
              <a:buNone/>
              <a:defRPr sz="4200">
                <a:solidFill>
                  <a:schemeClr val="lt2"/>
                </a:solidFill>
              </a:defRPr>
            </a:lvl4pPr>
            <a:lvl5pPr lvl="4" algn="ctr">
              <a:lnSpc>
                <a:spcPct val="100000"/>
              </a:lnSpc>
              <a:spcBef>
                <a:spcPts val="0"/>
              </a:spcBef>
              <a:spcAft>
                <a:spcPts val="0"/>
              </a:spcAft>
              <a:buClr>
                <a:schemeClr val="lt2"/>
              </a:buClr>
              <a:buSzPts val="4200"/>
              <a:buNone/>
              <a:defRPr sz="4200">
                <a:solidFill>
                  <a:schemeClr val="lt2"/>
                </a:solidFill>
              </a:defRPr>
            </a:lvl5pPr>
            <a:lvl6pPr lvl="5" algn="ctr">
              <a:lnSpc>
                <a:spcPct val="100000"/>
              </a:lnSpc>
              <a:spcBef>
                <a:spcPts val="0"/>
              </a:spcBef>
              <a:spcAft>
                <a:spcPts val="0"/>
              </a:spcAft>
              <a:buClr>
                <a:schemeClr val="lt2"/>
              </a:buClr>
              <a:buSzPts val="4200"/>
              <a:buNone/>
              <a:defRPr sz="4200">
                <a:solidFill>
                  <a:schemeClr val="lt2"/>
                </a:solidFill>
              </a:defRPr>
            </a:lvl6pPr>
            <a:lvl7pPr lvl="6" algn="ctr">
              <a:lnSpc>
                <a:spcPct val="100000"/>
              </a:lnSpc>
              <a:spcBef>
                <a:spcPts val="0"/>
              </a:spcBef>
              <a:spcAft>
                <a:spcPts val="0"/>
              </a:spcAft>
              <a:buClr>
                <a:schemeClr val="lt2"/>
              </a:buClr>
              <a:buSzPts val="4200"/>
              <a:buNone/>
              <a:defRPr sz="4200">
                <a:solidFill>
                  <a:schemeClr val="lt2"/>
                </a:solidFill>
              </a:defRPr>
            </a:lvl7pPr>
            <a:lvl8pPr lvl="7" algn="ctr">
              <a:lnSpc>
                <a:spcPct val="100000"/>
              </a:lnSpc>
              <a:spcBef>
                <a:spcPts val="0"/>
              </a:spcBef>
              <a:spcAft>
                <a:spcPts val="0"/>
              </a:spcAft>
              <a:buClr>
                <a:schemeClr val="lt2"/>
              </a:buClr>
              <a:buSzPts val="4200"/>
              <a:buNone/>
              <a:defRPr sz="4200">
                <a:solidFill>
                  <a:schemeClr val="lt2"/>
                </a:solidFill>
              </a:defRPr>
            </a:lvl8pPr>
            <a:lvl9pPr lvl="8" algn="ctr">
              <a:lnSpc>
                <a:spcPct val="100000"/>
              </a:lnSpc>
              <a:spcBef>
                <a:spcPts val="0"/>
              </a:spcBef>
              <a:spcAft>
                <a:spcPts val="0"/>
              </a:spcAft>
              <a:buClr>
                <a:schemeClr val="lt2"/>
              </a:buClr>
              <a:buSzPts val="4200"/>
              <a:buNone/>
              <a:defRPr sz="4200">
                <a:solidFill>
                  <a:schemeClr val="lt2"/>
                </a:solidFill>
              </a:defRPr>
            </a:lvl9pPr>
          </a:lstStyle>
          <a:p/>
        </p:txBody>
      </p:sp>
      <p:sp>
        <p:nvSpPr>
          <p:cNvPr id="68" name="Google Shape;68;p67"/>
          <p:cNvSpPr txBox="1"/>
          <p:nvPr>
            <p:ph idx="1" type="subTitle"/>
          </p:nvPr>
        </p:nvSpPr>
        <p:spPr>
          <a:xfrm>
            <a:off x="98575"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9" name="Google Shape;69;p6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70" name="Google Shape;70;p67"/>
          <p:cNvSpPr txBox="1"/>
          <p:nvPr>
            <p:ph idx="2" type="title"/>
          </p:nvPr>
        </p:nvSpPr>
        <p:spPr>
          <a:xfrm>
            <a:off x="5032850" y="1320775"/>
            <a:ext cx="4045200" cy="14823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lt1"/>
              </a:buClr>
              <a:buSzPts val="4200"/>
              <a:buNone/>
              <a:defRPr>
                <a:solidFill>
                  <a:schemeClr val="lt1"/>
                </a:solidFill>
              </a:defRPr>
            </a:lvl1pPr>
            <a:lvl2pPr lvl="1" algn="ctr">
              <a:lnSpc>
                <a:spcPct val="100000"/>
              </a:lnSpc>
              <a:spcBef>
                <a:spcPts val="0"/>
              </a:spcBef>
              <a:spcAft>
                <a:spcPts val="0"/>
              </a:spcAft>
              <a:buClr>
                <a:schemeClr val="lt1"/>
              </a:buClr>
              <a:buSzPts val="4200"/>
              <a:buNone/>
              <a:defRPr sz="4200">
                <a:solidFill>
                  <a:schemeClr val="lt1"/>
                </a:solidFill>
              </a:defRPr>
            </a:lvl2pPr>
            <a:lvl3pPr lvl="2" algn="ctr">
              <a:lnSpc>
                <a:spcPct val="100000"/>
              </a:lnSpc>
              <a:spcBef>
                <a:spcPts val="0"/>
              </a:spcBef>
              <a:spcAft>
                <a:spcPts val="0"/>
              </a:spcAft>
              <a:buClr>
                <a:schemeClr val="lt1"/>
              </a:buClr>
              <a:buSzPts val="4200"/>
              <a:buNone/>
              <a:defRPr sz="4200">
                <a:solidFill>
                  <a:schemeClr val="lt1"/>
                </a:solidFill>
              </a:defRPr>
            </a:lvl3pPr>
            <a:lvl4pPr lvl="3" algn="ctr">
              <a:lnSpc>
                <a:spcPct val="100000"/>
              </a:lnSpc>
              <a:spcBef>
                <a:spcPts val="0"/>
              </a:spcBef>
              <a:spcAft>
                <a:spcPts val="0"/>
              </a:spcAft>
              <a:buClr>
                <a:schemeClr val="lt1"/>
              </a:buClr>
              <a:buSzPts val="4200"/>
              <a:buNone/>
              <a:defRPr sz="4200">
                <a:solidFill>
                  <a:schemeClr val="lt1"/>
                </a:solidFill>
              </a:defRPr>
            </a:lvl4pPr>
            <a:lvl5pPr lvl="4" algn="ctr">
              <a:lnSpc>
                <a:spcPct val="100000"/>
              </a:lnSpc>
              <a:spcBef>
                <a:spcPts val="0"/>
              </a:spcBef>
              <a:spcAft>
                <a:spcPts val="0"/>
              </a:spcAft>
              <a:buClr>
                <a:schemeClr val="lt1"/>
              </a:buClr>
              <a:buSzPts val="4200"/>
              <a:buNone/>
              <a:defRPr sz="4200">
                <a:solidFill>
                  <a:schemeClr val="lt1"/>
                </a:solidFill>
              </a:defRPr>
            </a:lvl5pPr>
            <a:lvl6pPr lvl="5" algn="ctr">
              <a:lnSpc>
                <a:spcPct val="100000"/>
              </a:lnSpc>
              <a:spcBef>
                <a:spcPts val="0"/>
              </a:spcBef>
              <a:spcAft>
                <a:spcPts val="0"/>
              </a:spcAft>
              <a:buClr>
                <a:schemeClr val="lt1"/>
              </a:buClr>
              <a:buSzPts val="4200"/>
              <a:buNone/>
              <a:defRPr sz="4200">
                <a:solidFill>
                  <a:schemeClr val="lt1"/>
                </a:solidFill>
              </a:defRPr>
            </a:lvl6pPr>
            <a:lvl7pPr lvl="6" algn="ctr">
              <a:lnSpc>
                <a:spcPct val="100000"/>
              </a:lnSpc>
              <a:spcBef>
                <a:spcPts val="0"/>
              </a:spcBef>
              <a:spcAft>
                <a:spcPts val="0"/>
              </a:spcAft>
              <a:buClr>
                <a:schemeClr val="lt1"/>
              </a:buClr>
              <a:buSzPts val="4200"/>
              <a:buNone/>
              <a:defRPr sz="4200">
                <a:solidFill>
                  <a:schemeClr val="lt1"/>
                </a:solidFill>
              </a:defRPr>
            </a:lvl7pPr>
            <a:lvl8pPr lvl="7" algn="ctr">
              <a:lnSpc>
                <a:spcPct val="100000"/>
              </a:lnSpc>
              <a:spcBef>
                <a:spcPts val="0"/>
              </a:spcBef>
              <a:spcAft>
                <a:spcPts val="0"/>
              </a:spcAft>
              <a:buClr>
                <a:schemeClr val="lt1"/>
              </a:buClr>
              <a:buSzPts val="4200"/>
              <a:buNone/>
              <a:defRPr sz="4200">
                <a:solidFill>
                  <a:schemeClr val="lt1"/>
                </a:solidFill>
              </a:defRPr>
            </a:lvl8pPr>
            <a:lvl9pPr lvl="8" algn="ctr">
              <a:lnSpc>
                <a:spcPct val="100000"/>
              </a:lnSpc>
              <a:spcBef>
                <a:spcPts val="0"/>
              </a:spcBef>
              <a:spcAft>
                <a:spcPts val="0"/>
              </a:spcAft>
              <a:buClr>
                <a:schemeClr val="lt1"/>
              </a:buClr>
              <a:buSzPts val="4200"/>
              <a:buNone/>
              <a:defRPr sz="4200">
                <a:solidFill>
                  <a:schemeClr val="lt1"/>
                </a:solidFill>
              </a:defRPr>
            </a:lvl9pPr>
          </a:lstStyle>
          <a:p/>
        </p:txBody>
      </p:sp>
      <p:sp>
        <p:nvSpPr>
          <p:cNvPr id="71" name="Google Shape;71;p67"/>
          <p:cNvSpPr txBox="1"/>
          <p:nvPr>
            <p:ph idx="3" type="subTitle"/>
          </p:nvPr>
        </p:nvSpPr>
        <p:spPr>
          <a:xfrm>
            <a:off x="503285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2100"/>
              <a:buNone/>
              <a:defRPr sz="2100">
                <a:solidFill>
                  <a:schemeClr val="lt1"/>
                </a:solidFill>
              </a:defRPr>
            </a:lvl1pPr>
            <a:lvl2pPr lvl="1" algn="ctr">
              <a:lnSpc>
                <a:spcPct val="100000"/>
              </a:lnSpc>
              <a:spcBef>
                <a:spcPts val="0"/>
              </a:spcBef>
              <a:spcAft>
                <a:spcPts val="0"/>
              </a:spcAft>
              <a:buClr>
                <a:schemeClr val="lt1"/>
              </a:buClr>
              <a:buSzPts val="2100"/>
              <a:buNone/>
              <a:defRPr sz="2100">
                <a:solidFill>
                  <a:schemeClr val="lt1"/>
                </a:solidFill>
              </a:defRPr>
            </a:lvl2pPr>
            <a:lvl3pPr lvl="2" algn="ctr">
              <a:lnSpc>
                <a:spcPct val="100000"/>
              </a:lnSpc>
              <a:spcBef>
                <a:spcPts val="0"/>
              </a:spcBef>
              <a:spcAft>
                <a:spcPts val="0"/>
              </a:spcAft>
              <a:buClr>
                <a:schemeClr val="lt1"/>
              </a:buClr>
              <a:buSzPts val="2100"/>
              <a:buNone/>
              <a:defRPr sz="2100">
                <a:solidFill>
                  <a:schemeClr val="lt1"/>
                </a:solidFill>
              </a:defRPr>
            </a:lvl3pPr>
            <a:lvl4pPr lvl="3" algn="ctr">
              <a:lnSpc>
                <a:spcPct val="100000"/>
              </a:lnSpc>
              <a:spcBef>
                <a:spcPts val="0"/>
              </a:spcBef>
              <a:spcAft>
                <a:spcPts val="0"/>
              </a:spcAft>
              <a:buClr>
                <a:schemeClr val="lt1"/>
              </a:buClr>
              <a:buSzPts val="2100"/>
              <a:buNone/>
              <a:defRPr sz="2100">
                <a:solidFill>
                  <a:schemeClr val="lt1"/>
                </a:solidFill>
              </a:defRPr>
            </a:lvl4pPr>
            <a:lvl5pPr lvl="4" algn="ctr">
              <a:lnSpc>
                <a:spcPct val="100000"/>
              </a:lnSpc>
              <a:spcBef>
                <a:spcPts val="0"/>
              </a:spcBef>
              <a:spcAft>
                <a:spcPts val="0"/>
              </a:spcAft>
              <a:buClr>
                <a:schemeClr val="lt1"/>
              </a:buClr>
              <a:buSzPts val="2100"/>
              <a:buNone/>
              <a:defRPr sz="2100">
                <a:solidFill>
                  <a:schemeClr val="lt1"/>
                </a:solidFill>
              </a:defRPr>
            </a:lvl5pPr>
            <a:lvl6pPr lvl="5" algn="ctr">
              <a:lnSpc>
                <a:spcPct val="100000"/>
              </a:lnSpc>
              <a:spcBef>
                <a:spcPts val="0"/>
              </a:spcBef>
              <a:spcAft>
                <a:spcPts val="0"/>
              </a:spcAft>
              <a:buClr>
                <a:schemeClr val="lt1"/>
              </a:buClr>
              <a:buSzPts val="2100"/>
              <a:buNone/>
              <a:defRPr sz="2100">
                <a:solidFill>
                  <a:schemeClr val="lt1"/>
                </a:solidFill>
              </a:defRPr>
            </a:lvl6pPr>
            <a:lvl7pPr lvl="6" algn="ctr">
              <a:lnSpc>
                <a:spcPct val="100000"/>
              </a:lnSpc>
              <a:spcBef>
                <a:spcPts val="0"/>
              </a:spcBef>
              <a:spcAft>
                <a:spcPts val="0"/>
              </a:spcAft>
              <a:buClr>
                <a:schemeClr val="lt1"/>
              </a:buClr>
              <a:buSzPts val="2100"/>
              <a:buNone/>
              <a:defRPr sz="2100">
                <a:solidFill>
                  <a:schemeClr val="lt1"/>
                </a:solidFill>
              </a:defRPr>
            </a:lvl7pPr>
            <a:lvl8pPr lvl="7" algn="ctr">
              <a:lnSpc>
                <a:spcPct val="100000"/>
              </a:lnSpc>
              <a:spcBef>
                <a:spcPts val="0"/>
              </a:spcBef>
              <a:spcAft>
                <a:spcPts val="0"/>
              </a:spcAft>
              <a:buClr>
                <a:schemeClr val="lt1"/>
              </a:buClr>
              <a:buSzPts val="2100"/>
              <a:buNone/>
              <a:defRPr sz="2100">
                <a:solidFill>
                  <a:schemeClr val="lt1"/>
                </a:solidFill>
              </a:defRPr>
            </a:lvl8pPr>
            <a:lvl9pPr lvl="8" algn="ctr">
              <a:lnSpc>
                <a:spcPct val="100000"/>
              </a:lnSpc>
              <a:spcBef>
                <a:spcPts val="0"/>
              </a:spcBef>
              <a:spcAft>
                <a:spcPts val="0"/>
              </a:spcAft>
              <a:buClr>
                <a:schemeClr val="lt1"/>
              </a:buClr>
              <a:buSzPts val="2100"/>
              <a:buNone/>
              <a:defRPr sz="2100">
                <a:solidFill>
                  <a:schemeClr val="lt1"/>
                </a:solidFill>
              </a:defRPr>
            </a:lvl9pPr>
          </a:lstStyle>
          <a:p/>
        </p:txBody>
      </p:sp>
      <p:pic>
        <p:nvPicPr>
          <p:cNvPr id="72" name="Google Shape;72;p67"/>
          <p:cNvPicPr preferRelativeResize="0"/>
          <p:nvPr/>
        </p:nvPicPr>
        <p:blipFill rotWithShape="1">
          <a:blip r:embed="rId2">
            <a:alphaModFix/>
          </a:blip>
          <a:srcRect b="0" l="0" r="0" t="0"/>
          <a:stretch/>
        </p:blipFill>
        <p:spPr>
          <a:xfrm>
            <a:off x="8499850" y="4499350"/>
            <a:ext cx="567950" cy="56795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alf and half (blue 1)">
  <p:cSld name="SECTION_TITLE_AND_DESCRIPTION_1">
    <p:spTree>
      <p:nvGrpSpPr>
        <p:cNvPr id="73" name="Shape 73"/>
        <p:cNvGrpSpPr/>
        <p:nvPr/>
      </p:nvGrpSpPr>
      <p:grpSpPr>
        <a:xfrm>
          <a:off x="0" y="0"/>
          <a:ext cx="0" cy="0"/>
          <a:chOff x="0" y="0"/>
          <a:chExt cx="0" cy="0"/>
        </a:xfrm>
      </p:grpSpPr>
      <p:sp>
        <p:nvSpPr>
          <p:cNvPr id="74" name="Google Shape;74;p68"/>
          <p:cNvSpPr/>
          <p:nvPr/>
        </p:nvSpPr>
        <p:spPr>
          <a:xfrm rot="-5400000">
            <a:off x="-22383" y="17"/>
            <a:ext cx="5188266" cy="5143500"/>
          </a:xfrm>
          <a:prstGeom prst="flowChartDocumen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68"/>
          <p:cNvSpPr txBox="1"/>
          <p:nvPr>
            <p:ph type="title"/>
          </p:nvPr>
        </p:nvSpPr>
        <p:spPr>
          <a:xfrm>
            <a:off x="146000" y="1233175"/>
            <a:ext cx="4045200" cy="14823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lt1"/>
              </a:buClr>
              <a:buSzPts val="4200"/>
              <a:buNone/>
              <a:defRPr>
                <a:solidFill>
                  <a:schemeClr val="lt1"/>
                </a:solidFill>
              </a:defRPr>
            </a:lvl1pPr>
            <a:lvl2pPr lvl="1" algn="ctr">
              <a:lnSpc>
                <a:spcPct val="100000"/>
              </a:lnSpc>
              <a:spcBef>
                <a:spcPts val="0"/>
              </a:spcBef>
              <a:spcAft>
                <a:spcPts val="0"/>
              </a:spcAft>
              <a:buClr>
                <a:schemeClr val="lt1"/>
              </a:buClr>
              <a:buSzPts val="4200"/>
              <a:buNone/>
              <a:defRPr sz="4200">
                <a:solidFill>
                  <a:schemeClr val="lt1"/>
                </a:solidFill>
              </a:defRPr>
            </a:lvl2pPr>
            <a:lvl3pPr lvl="2" algn="ctr">
              <a:lnSpc>
                <a:spcPct val="100000"/>
              </a:lnSpc>
              <a:spcBef>
                <a:spcPts val="0"/>
              </a:spcBef>
              <a:spcAft>
                <a:spcPts val="0"/>
              </a:spcAft>
              <a:buClr>
                <a:schemeClr val="lt1"/>
              </a:buClr>
              <a:buSzPts val="4200"/>
              <a:buNone/>
              <a:defRPr sz="4200">
                <a:solidFill>
                  <a:schemeClr val="lt1"/>
                </a:solidFill>
              </a:defRPr>
            </a:lvl3pPr>
            <a:lvl4pPr lvl="3" algn="ctr">
              <a:lnSpc>
                <a:spcPct val="100000"/>
              </a:lnSpc>
              <a:spcBef>
                <a:spcPts val="0"/>
              </a:spcBef>
              <a:spcAft>
                <a:spcPts val="0"/>
              </a:spcAft>
              <a:buClr>
                <a:schemeClr val="lt1"/>
              </a:buClr>
              <a:buSzPts val="4200"/>
              <a:buNone/>
              <a:defRPr sz="4200">
                <a:solidFill>
                  <a:schemeClr val="lt1"/>
                </a:solidFill>
              </a:defRPr>
            </a:lvl4pPr>
            <a:lvl5pPr lvl="4" algn="ctr">
              <a:lnSpc>
                <a:spcPct val="100000"/>
              </a:lnSpc>
              <a:spcBef>
                <a:spcPts val="0"/>
              </a:spcBef>
              <a:spcAft>
                <a:spcPts val="0"/>
              </a:spcAft>
              <a:buClr>
                <a:schemeClr val="lt1"/>
              </a:buClr>
              <a:buSzPts val="4200"/>
              <a:buNone/>
              <a:defRPr sz="4200">
                <a:solidFill>
                  <a:schemeClr val="lt1"/>
                </a:solidFill>
              </a:defRPr>
            </a:lvl5pPr>
            <a:lvl6pPr lvl="5" algn="ctr">
              <a:lnSpc>
                <a:spcPct val="100000"/>
              </a:lnSpc>
              <a:spcBef>
                <a:spcPts val="0"/>
              </a:spcBef>
              <a:spcAft>
                <a:spcPts val="0"/>
              </a:spcAft>
              <a:buClr>
                <a:schemeClr val="lt1"/>
              </a:buClr>
              <a:buSzPts val="4200"/>
              <a:buNone/>
              <a:defRPr sz="4200">
                <a:solidFill>
                  <a:schemeClr val="lt1"/>
                </a:solidFill>
              </a:defRPr>
            </a:lvl6pPr>
            <a:lvl7pPr lvl="6" algn="ctr">
              <a:lnSpc>
                <a:spcPct val="100000"/>
              </a:lnSpc>
              <a:spcBef>
                <a:spcPts val="0"/>
              </a:spcBef>
              <a:spcAft>
                <a:spcPts val="0"/>
              </a:spcAft>
              <a:buClr>
                <a:schemeClr val="lt1"/>
              </a:buClr>
              <a:buSzPts val="4200"/>
              <a:buNone/>
              <a:defRPr sz="4200">
                <a:solidFill>
                  <a:schemeClr val="lt1"/>
                </a:solidFill>
              </a:defRPr>
            </a:lvl7pPr>
            <a:lvl8pPr lvl="7" algn="ctr">
              <a:lnSpc>
                <a:spcPct val="100000"/>
              </a:lnSpc>
              <a:spcBef>
                <a:spcPts val="0"/>
              </a:spcBef>
              <a:spcAft>
                <a:spcPts val="0"/>
              </a:spcAft>
              <a:buClr>
                <a:schemeClr val="lt1"/>
              </a:buClr>
              <a:buSzPts val="4200"/>
              <a:buNone/>
              <a:defRPr sz="4200">
                <a:solidFill>
                  <a:schemeClr val="lt1"/>
                </a:solidFill>
              </a:defRPr>
            </a:lvl8pPr>
            <a:lvl9pPr lvl="8" algn="ctr">
              <a:lnSpc>
                <a:spcPct val="100000"/>
              </a:lnSpc>
              <a:spcBef>
                <a:spcPts val="0"/>
              </a:spcBef>
              <a:spcAft>
                <a:spcPts val="0"/>
              </a:spcAft>
              <a:buClr>
                <a:schemeClr val="lt1"/>
              </a:buClr>
              <a:buSzPts val="4200"/>
              <a:buNone/>
              <a:defRPr sz="4200">
                <a:solidFill>
                  <a:schemeClr val="lt1"/>
                </a:solidFill>
              </a:defRPr>
            </a:lvl9pPr>
          </a:lstStyle>
          <a:p/>
        </p:txBody>
      </p:sp>
      <p:sp>
        <p:nvSpPr>
          <p:cNvPr id="76" name="Google Shape;76;p68"/>
          <p:cNvSpPr txBox="1"/>
          <p:nvPr>
            <p:ph idx="1" type="subTitle"/>
          </p:nvPr>
        </p:nvSpPr>
        <p:spPr>
          <a:xfrm>
            <a:off x="1460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2100"/>
              <a:buNone/>
              <a:defRPr sz="2100">
                <a:solidFill>
                  <a:schemeClr val="lt1"/>
                </a:solidFill>
              </a:defRPr>
            </a:lvl1pPr>
            <a:lvl2pPr lvl="1" algn="ctr">
              <a:lnSpc>
                <a:spcPct val="100000"/>
              </a:lnSpc>
              <a:spcBef>
                <a:spcPts val="0"/>
              </a:spcBef>
              <a:spcAft>
                <a:spcPts val="0"/>
              </a:spcAft>
              <a:buClr>
                <a:schemeClr val="lt1"/>
              </a:buClr>
              <a:buSzPts val="2100"/>
              <a:buNone/>
              <a:defRPr sz="2100">
                <a:solidFill>
                  <a:schemeClr val="lt1"/>
                </a:solidFill>
              </a:defRPr>
            </a:lvl2pPr>
            <a:lvl3pPr lvl="2" algn="ctr">
              <a:lnSpc>
                <a:spcPct val="100000"/>
              </a:lnSpc>
              <a:spcBef>
                <a:spcPts val="0"/>
              </a:spcBef>
              <a:spcAft>
                <a:spcPts val="0"/>
              </a:spcAft>
              <a:buClr>
                <a:schemeClr val="lt1"/>
              </a:buClr>
              <a:buSzPts val="2100"/>
              <a:buNone/>
              <a:defRPr sz="2100">
                <a:solidFill>
                  <a:schemeClr val="lt1"/>
                </a:solidFill>
              </a:defRPr>
            </a:lvl3pPr>
            <a:lvl4pPr lvl="3" algn="ctr">
              <a:lnSpc>
                <a:spcPct val="100000"/>
              </a:lnSpc>
              <a:spcBef>
                <a:spcPts val="0"/>
              </a:spcBef>
              <a:spcAft>
                <a:spcPts val="0"/>
              </a:spcAft>
              <a:buClr>
                <a:schemeClr val="lt1"/>
              </a:buClr>
              <a:buSzPts val="2100"/>
              <a:buNone/>
              <a:defRPr sz="2100">
                <a:solidFill>
                  <a:schemeClr val="lt1"/>
                </a:solidFill>
              </a:defRPr>
            </a:lvl4pPr>
            <a:lvl5pPr lvl="4" algn="ctr">
              <a:lnSpc>
                <a:spcPct val="100000"/>
              </a:lnSpc>
              <a:spcBef>
                <a:spcPts val="0"/>
              </a:spcBef>
              <a:spcAft>
                <a:spcPts val="0"/>
              </a:spcAft>
              <a:buClr>
                <a:schemeClr val="lt1"/>
              </a:buClr>
              <a:buSzPts val="2100"/>
              <a:buNone/>
              <a:defRPr sz="2100">
                <a:solidFill>
                  <a:schemeClr val="lt1"/>
                </a:solidFill>
              </a:defRPr>
            </a:lvl5pPr>
            <a:lvl6pPr lvl="5" algn="ctr">
              <a:lnSpc>
                <a:spcPct val="100000"/>
              </a:lnSpc>
              <a:spcBef>
                <a:spcPts val="0"/>
              </a:spcBef>
              <a:spcAft>
                <a:spcPts val="0"/>
              </a:spcAft>
              <a:buClr>
                <a:schemeClr val="lt1"/>
              </a:buClr>
              <a:buSzPts val="2100"/>
              <a:buNone/>
              <a:defRPr sz="2100">
                <a:solidFill>
                  <a:schemeClr val="lt1"/>
                </a:solidFill>
              </a:defRPr>
            </a:lvl6pPr>
            <a:lvl7pPr lvl="6" algn="ctr">
              <a:lnSpc>
                <a:spcPct val="100000"/>
              </a:lnSpc>
              <a:spcBef>
                <a:spcPts val="0"/>
              </a:spcBef>
              <a:spcAft>
                <a:spcPts val="0"/>
              </a:spcAft>
              <a:buClr>
                <a:schemeClr val="lt1"/>
              </a:buClr>
              <a:buSzPts val="2100"/>
              <a:buNone/>
              <a:defRPr sz="2100">
                <a:solidFill>
                  <a:schemeClr val="lt1"/>
                </a:solidFill>
              </a:defRPr>
            </a:lvl7pPr>
            <a:lvl8pPr lvl="7" algn="ctr">
              <a:lnSpc>
                <a:spcPct val="100000"/>
              </a:lnSpc>
              <a:spcBef>
                <a:spcPts val="0"/>
              </a:spcBef>
              <a:spcAft>
                <a:spcPts val="0"/>
              </a:spcAft>
              <a:buClr>
                <a:schemeClr val="lt1"/>
              </a:buClr>
              <a:buSzPts val="2100"/>
              <a:buNone/>
              <a:defRPr sz="2100">
                <a:solidFill>
                  <a:schemeClr val="lt1"/>
                </a:solidFill>
              </a:defRPr>
            </a:lvl8pPr>
            <a:lvl9pPr lvl="8" algn="ctr">
              <a:lnSpc>
                <a:spcPct val="100000"/>
              </a:lnSpc>
              <a:spcBef>
                <a:spcPts val="0"/>
              </a:spcBef>
              <a:spcAft>
                <a:spcPts val="0"/>
              </a:spcAft>
              <a:buClr>
                <a:schemeClr val="lt1"/>
              </a:buClr>
              <a:buSzPts val="2100"/>
              <a:buNone/>
              <a:defRPr sz="2100">
                <a:solidFill>
                  <a:schemeClr val="lt1"/>
                </a:solidFill>
              </a:defRPr>
            </a:lvl9pPr>
          </a:lstStyle>
          <a:p/>
        </p:txBody>
      </p:sp>
      <p:sp>
        <p:nvSpPr>
          <p:cNvPr id="77" name="Google Shape;77;p6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78" name="Google Shape;78;p68"/>
          <p:cNvSpPr txBox="1"/>
          <p:nvPr>
            <p:ph idx="2" type="title"/>
          </p:nvPr>
        </p:nvSpPr>
        <p:spPr>
          <a:xfrm>
            <a:off x="5032850" y="1320775"/>
            <a:ext cx="4045200" cy="14823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4200"/>
              <a:buNone/>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79" name="Google Shape;79;p68"/>
          <p:cNvSpPr txBox="1"/>
          <p:nvPr>
            <p:ph idx="3" type="subTitle"/>
          </p:nvPr>
        </p:nvSpPr>
        <p:spPr>
          <a:xfrm>
            <a:off x="503285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dk1"/>
              </a:buClr>
              <a:buSzPts val="2100"/>
              <a:buNone/>
              <a:defRPr sz="21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alf and half (blue 2)">
  <p:cSld name="CUSTOM_14">
    <p:spTree>
      <p:nvGrpSpPr>
        <p:cNvPr id="80" name="Shape 80"/>
        <p:cNvGrpSpPr/>
        <p:nvPr/>
      </p:nvGrpSpPr>
      <p:grpSpPr>
        <a:xfrm>
          <a:off x="0" y="0"/>
          <a:ext cx="0" cy="0"/>
          <a:chOff x="0" y="0"/>
          <a:chExt cx="0" cy="0"/>
        </a:xfrm>
      </p:grpSpPr>
      <p:sp>
        <p:nvSpPr>
          <p:cNvPr id="81" name="Google Shape;81;p69"/>
          <p:cNvSpPr/>
          <p:nvPr/>
        </p:nvSpPr>
        <p:spPr>
          <a:xfrm flipH="1" rot="5400000">
            <a:off x="3978117" y="17"/>
            <a:ext cx="5188266" cy="5143500"/>
          </a:xfrm>
          <a:prstGeom prst="flowChartDocumen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69"/>
          <p:cNvSpPr txBox="1"/>
          <p:nvPr>
            <p:ph type="title"/>
          </p:nvPr>
        </p:nvSpPr>
        <p:spPr>
          <a:xfrm>
            <a:off x="98575" y="1233175"/>
            <a:ext cx="4045200" cy="14823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4200"/>
              <a:buNone/>
              <a:defRPr/>
            </a:lvl1pPr>
            <a:lvl2pPr lvl="1" algn="ctr">
              <a:lnSpc>
                <a:spcPct val="100000"/>
              </a:lnSpc>
              <a:spcBef>
                <a:spcPts val="0"/>
              </a:spcBef>
              <a:spcAft>
                <a:spcPts val="0"/>
              </a:spcAft>
              <a:buClr>
                <a:schemeClr val="lt2"/>
              </a:buClr>
              <a:buSzPts val="4200"/>
              <a:buNone/>
              <a:defRPr sz="4200">
                <a:solidFill>
                  <a:schemeClr val="lt2"/>
                </a:solidFill>
              </a:defRPr>
            </a:lvl2pPr>
            <a:lvl3pPr lvl="2" algn="ctr">
              <a:lnSpc>
                <a:spcPct val="100000"/>
              </a:lnSpc>
              <a:spcBef>
                <a:spcPts val="0"/>
              </a:spcBef>
              <a:spcAft>
                <a:spcPts val="0"/>
              </a:spcAft>
              <a:buClr>
                <a:schemeClr val="lt2"/>
              </a:buClr>
              <a:buSzPts val="4200"/>
              <a:buNone/>
              <a:defRPr sz="4200">
                <a:solidFill>
                  <a:schemeClr val="lt2"/>
                </a:solidFill>
              </a:defRPr>
            </a:lvl3pPr>
            <a:lvl4pPr lvl="3" algn="ctr">
              <a:lnSpc>
                <a:spcPct val="100000"/>
              </a:lnSpc>
              <a:spcBef>
                <a:spcPts val="0"/>
              </a:spcBef>
              <a:spcAft>
                <a:spcPts val="0"/>
              </a:spcAft>
              <a:buClr>
                <a:schemeClr val="lt2"/>
              </a:buClr>
              <a:buSzPts val="4200"/>
              <a:buNone/>
              <a:defRPr sz="4200">
                <a:solidFill>
                  <a:schemeClr val="lt2"/>
                </a:solidFill>
              </a:defRPr>
            </a:lvl4pPr>
            <a:lvl5pPr lvl="4" algn="ctr">
              <a:lnSpc>
                <a:spcPct val="100000"/>
              </a:lnSpc>
              <a:spcBef>
                <a:spcPts val="0"/>
              </a:spcBef>
              <a:spcAft>
                <a:spcPts val="0"/>
              </a:spcAft>
              <a:buClr>
                <a:schemeClr val="lt2"/>
              </a:buClr>
              <a:buSzPts val="4200"/>
              <a:buNone/>
              <a:defRPr sz="4200">
                <a:solidFill>
                  <a:schemeClr val="lt2"/>
                </a:solidFill>
              </a:defRPr>
            </a:lvl5pPr>
            <a:lvl6pPr lvl="5" algn="ctr">
              <a:lnSpc>
                <a:spcPct val="100000"/>
              </a:lnSpc>
              <a:spcBef>
                <a:spcPts val="0"/>
              </a:spcBef>
              <a:spcAft>
                <a:spcPts val="0"/>
              </a:spcAft>
              <a:buClr>
                <a:schemeClr val="lt2"/>
              </a:buClr>
              <a:buSzPts val="4200"/>
              <a:buNone/>
              <a:defRPr sz="4200">
                <a:solidFill>
                  <a:schemeClr val="lt2"/>
                </a:solidFill>
              </a:defRPr>
            </a:lvl6pPr>
            <a:lvl7pPr lvl="6" algn="ctr">
              <a:lnSpc>
                <a:spcPct val="100000"/>
              </a:lnSpc>
              <a:spcBef>
                <a:spcPts val="0"/>
              </a:spcBef>
              <a:spcAft>
                <a:spcPts val="0"/>
              </a:spcAft>
              <a:buClr>
                <a:schemeClr val="lt2"/>
              </a:buClr>
              <a:buSzPts val="4200"/>
              <a:buNone/>
              <a:defRPr sz="4200">
                <a:solidFill>
                  <a:schemeClr val="lt2"/>
                </a:solidFill>
              </a:defRPr>
            </a:lvl7pPr>
            <a:lvl8pPr lvl="7" algn="ctr">
              <a:lnSpc>
                <a:spcPct val="100000"/>
              </a:lnSpc>
              <a:spcBef>
                <a:spcPts val="0"/>
              </a:spcBef>
              <a:spcAft>
                <a:spcPts val="0"/>
              </a:spcAft>
              <a:buClr>
                <a:schemeClr val="lt2"/>
              </a:buClr>
              <a:buSzPts val="4200"/>
              <a:buNone/>
              <a:defRPr sz="4200">
                <a:solidFill>
                  <a:schemeClr val="lt2"/>
                </a:solidFill>
              </a:defRPr>
            </a:lvl8pPr>
            <a:lvl9pPr lvl="8" algn="ctr">
              <a:lnSpc>
                <a:spcPct val="100000"/>
              </a:lnSpc>
              <a:spcBef>
                <a:spcPts val="0"/>
              </a:spcBef>
              <a:spcAft>
                <a:spcPts val="0"/>
              </a:spcAft>
              <a:buClr>
                <a:schemeClr val="lt2"/>
              </a:buClr>
              <a:buSzPts val="4200"/>
              <a:buNone/>
              <a:defRPr sz="4200">
                <a:solidFill>
                  <a:schemeClr val="lt2"/>
                </a:solidFill>
              </a:defRPr>
            </a:lvl9pPr>
          </a:lstStyle>
          <a:p/>
        </p:txBody>
      </p:sp>
      <p:sp>
        <p:nvSpPr>
          <p:cNvPr id="83" name="Google Shape;83;p69"/>
          <p:cNvSpPr txBox="1"/>
          <p:nvPr>
            <p:ph idx="1" type="subTitle"/>
          </p:nvPr>
        </p:nvSpPr>
        <p:spPr>
          <a:xfrm>
            <a:off x="98575"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4" name="Google Shape;84;p69"/>
          <p:cNvSpPr txBox="1"/>
          <p:nvPr>
            <p:ph idx="2" type="title"/>
          </p:nvPr>
        </p:nvSpPr>
        <p:spPr>
          <a:xfrm>
            <a:off x="5032850" y="1320775"/>
            <a:ext cx="4045200" cy="14823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lt1"/>
              </a:buClr>
              <a:buSzPts val="4200"/>
              <a:buNone/>
              <a:defRPr>
                <a:solidFill>
                  <a:schemeClr val="lt1"/>
                </a:solidFill>
              </a:defRPr>
            </a:lvl1pPr>
            <a:lvl2pPr lvl="1" algn="ctr">
              <a:lnSpc>
                <a:spcPct val="100000"/>
              </a:lnSpc>
              <a:spcBef>
                <a:spcPts val="0"/>
              </a:spcBef>
              <a:spcAft>
                <a:spcPts val="0"/>
              </a:spcAft>
              <a:buClr>
                <a:schemeClr val="lt1"/>
              </a:buClr>
              <a:buSzPts val="4200"/>
              <a:buNone/>
              <a:defRPr sz="4200">
                <a:solidFill>
                  <a:schemeClr val="lt1"/>
                </a:solidFill>
              </a:defRPr>
            </a:lvl2pPr>
            <a:lvl3pPr lvl="2" algn="ctr">
              <a:lnSpc>
                <a:spcPct val="100000"/>
              </a:lnSpc>
              <a:spcBef>
                <a:spcPts val="0"/>
              </a:spcBef>
              <a:spcAft>
                <a:spcPts val="0"/>
              </a:spcAft>
              <a:buClr>
                <a:schemeClr val="lt1"/>
              </a:buClr>
              <a:buSzPts val="4200"/>
              <a:buNone/>
              <a:defRPr sz="4200">
                <a:solidFill>
                  <a:schemeClr val="lt1"/>
                </a:solidFill>
              </a:defRPr>
            </a:lvl3pPr>
            <a:lvl4pPr lvl="3" algn="ctr">
              <a:lnSpc>
                <a:spcPct val="100000"/>
              </a:lnSpc>
              <a:spcBef>
                <a:spcPts val="0"/>
              </a:spcBef>
              <a:spcAft>
                <a:spcPts val="0"/>
              </a:spcAft>
              <a:buClr>
                <a:schemeClr val="lt1"/>
              </a:buClr>
              <a:buSzPts val="4200"/>
              <a:buNone/>
              <a:defRPr sz="4200">
                <a:solidFill>
                  <a:schemeClr val="lt1"/>
                </a:solidFill>
              </a:defRPr>
            </a:lvl4pPr>
            <a:lvl5pPr lvl="4" algn="ctr">
              <a:lnSpc>
                <a:spcPct val="100000"/>
              </a:lnSpc>
              <a:spcBef>
                <a:spcPts val="0"/>
              </a:spcBef>
              <a:spcAft>
                <a:spcPts val="0"/>
              </a:spcAft>
              <a:buClr>
                <a:schemeClr val="lt1"/>
              </a:buClr>
              <a:buSzPts val="4200"/>
              <a:buNone/>
              <a:defRPr sz="4200">
                <a:solidFill>
                  <a:schemeClr val="lt1"/>
                </a:solidFill>
              </a:defRPr>
            </a:lvl5pPr>
            <a:lvl6pPr lvl="5" algn="ctr">
              <a:lnSpc>
                <a:spcPct val="100000"/>
              </a:lnSpc>
              <a:spcBef>
                <a:spcPts val="0"/>
              </a:spcBef>
              <a:spcAft>
                <a:spcPts val="0"/>
              </a:spcAft>
              <a:buClr>
                <a:schemeClr val="lt1"/>
              </a:buClr>
              <a:buSzPts val="4200"/>
              <a:buNone/>
              <a:defRPr sz="4200">
                <a:solidFill>
                  <a:schemeClr val="lt1"/>
                </a:solidFill>
              </a:defRPr>
            </a:lvl6pPr>
            <a:lvl7pPr lvl="6" algn="ctr">
              <a:lnSpc>
                <a:spcPct val="100000"/>
              </a:lnSpc>
              <a:spcBef>
                <a:spcPts val="0"/>
              </a:spcBef>
              <a:spcAft>
                <a:spcPts val="0"/>
              </a:spcAft>
              <a:buClr>
                <a:schemeClr val="lt1"/>
              </a:buClr>
              <a:buSzPts val="4200"/>
              <a:buNone/>
              <a:defRPr sz="4200">
                <a:solidFill>
                  <a:schemeClr val="lt1"/>
                </a:solidFill>
              </a:defRPr>
            </a:lvl7pPr>
            <a:lvl8pPr lvl="7" algn="ctr">
              <a:lnSpc>
                <a:spcPct val="100000"/>
              </a:lnSpc>
              <a:spcBef>
                <a:spcPts val="0"/>
              </a:spcBef>
              <a:spcAft>
                <a:spcPts val="0"/>
              </a:spcAft>
              <a:buClr>
                <a:schemeClr val="lt1"/>
              </a:buClr>
              <a:buSzPts val="4200"/>
              <a:buNone/>
              <a:defRPr sz="4200">
                <a:solidFill>
                  <a:schemeClr val="lt1"/>
                </a:solidFill>
              </a:defRPr>
            </a:lvl8pPr>
            <a:lvl9pPr lvl="8" algn="ctr">
              <a:lnSpc>
                <a:spcPct val="100000"/>
              </a:lnSpc>
              <a:spcBef>
                <a:spcPts val="0"/>
              </a:spcBef>
              <a:spcAft>
                <a:spcPts val="0"/>
              </a:spcAft>
              <a:buClr>
                <a:schemeClr val="lt1"/>
              </a:buClr>
              <a:buSzPts val="4200"/>
              <a:buNone/>
              <a:defRPr sz="4200">
                <a:solidFill>
                  <a:schemeClr val="lt1"/>
                </a:solidFill>
              </a:defRPr>
            </a:lvl9pPr>
          </a:lstStyle>
          <a:p/>
        </p:txBody>
      </p:sp>
      <p:sp>
        <p:nvSpPr>
          <p:cNvPr id="85" name="Google Shape;85;p69"/>
          <p:cNvSpPr txBox="1"/>
          <p:nvPr>
            <p:ph idx="3" type="subTitle"/>
          </p:nvPr>
        </p:nvSpPr>
        <p:spPr>
          <a:xfrm>
            <a:off x="503285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2100"/>
              <a:buNone/>
              <a:defRPr sz="2100">
                <a:solidFill>
                  <a:schemeClr val="lt1"/>
                </a:solidFill>
              </a:defRPr>
            </a:lvl1pPr>
            <a:lvl2pPr lvl="1" algn="ctr">
              <a:lnSpc>
                <a:spcPct val="100000"/>
              </a:lnSpc>
              <a:spcBef>
                <a:spcPts val="0"/>
              </a:spcBef>
              <a:spcAft>
                <a:spcPts val="0"/>
              </a:spcAft>
              <a:buClr>
                <a:schemeClr val="lt1"/>
              </a:buClr>
              <a:buSzPts val="2100"/>
              <a:buNone/>
              <a:defRPr sz="2100">
                <a:solidFill>
                  <a:schemeClr val="lt1"/>
                </a:solidFill>
              </a:defRPr>
            </a:lvl2pPr>
            <a:lvl3pPr lvl="2" algn="ctr">
              <a:lnSpc>
                <a:spcPct val="100000"/>
              </a:lnSpc>
              <a:spcBef>
                <a:spcPts val="0"/>
              </a:spcBef>
              <a:spcAft>
                <a:spcPts val="0"/>
              </a:spcAft>
              <a:buClr>
                <a:schemeClr val="lt1"/>
              </a:buClr>
              <a:buSzPts val="2100"/>
              <a:buNone/>
              <a:defRPr sz="2100">
                <a:solidFill>
                  <a:schemeClr val="lt1"/>
                </a:solidFill>
              </a:defRPr>
            </a:lvl3pPr>
            <a:lvl4pPr lvl="3" algn="ctr">
              <a:lnSpc>
                <a:spcPct val="100000"/>
              </a:lnSpc>
              <a:spcBef>
                <a:spcPts val="0"/>
              </a:spcBef>
              <a:spcAft>
                <a:spcPts val="0"/>
              </a:spcAft>
              <a:buClr>
                <a:schemeClr val="lt1"/>
              </a:buClr>
              <a:buSzPts val="2100"/>
              <a:buNone/>
              <a:defRPr sz="2100">
                <a:solidFill>
                  <a:schemeClr val="lt1"/>
                </a:solidFill>
              </a:defRPr>
            </a:lvl4pPr>
            <a:lvl5pPr lvl="4" algn="ctr">
              <a:lnSpc>
                <a:spcPct val="100000"/>
              </a:lnSpc>
              <a:spcBef>
                <a:spcPts val="0"/>
              </a:spcBef>
              <a:spcAft>
                <a:spcPts val="0"/>
              </a:spcAft>
              <a:buClr>
                <a:schemeClr val="lt1"/>
              </a:buClr>
              <a:buSzPts val="2100"/>
              <a:buNone/>
              <a:defRPr sz="2100">
                <a:solidFill>
                  <a:schemeClr val="lt1"/>
                </a:solidFill>
              </a:defRPr>
            </a:lvl5pPr>
            <a:lvl6pPr lvl="5" algn="ctr">
              <a:lnSpc>
                <a:spcPct val="100000"/>
              </a:lnSpc>
              <a:spcBef>
                <a:spcPts val="0"/>
              </a:spcBef>
              <a:spcAft>
                <a:spcPts val="0"/>
              </a:spcAft>
              <a:buClr>
                <a:schemeClr val="lt1"/>
              </a:buClr>
              <a:buSzPts val="2100"/>
              <a:buNone/>
              <a:defRPr sz="2100">
                <a:solidFill>
                  <a:schemeClr val="lt1"/>
                </a:solidFill>
              </a:defRPr>
            </a:lvl6pPr>
            <a:lvl7pPr lvl="6" algn="ctr">
              <a:lnSpc>
                <a:spcPct val="100000"/>
              </a:lnSpc>
              <a:spcBef>
                <a:spcPts val="0"/>
              </a:spcBef>
              <a:spcAft>
                <a:spcPts val="0"/>
              </a:spcAft>
              <a:buClr>
                <a:schemeClr val="lt1"/>
              </a:buClr>
              <a:buSzPts val="2100"/>
              <a:buNone/>
              <a:defRPr sz="2100">
                <a:solidFill>
                  <a:schemeClr val="lt1"/>
                </a:solidFill>
              </a:defRPr>
            </a:lvl7pPr>
            <a:lvl8pPr lvl="7" algn="ctr">
              <a:lnSpc>
                <a:spcPct val="100000"/>
              </a:lnSpc>
              <a:spcBef>
                <a:spcPts val="0"/>
              </a:spcBef>
              <a:spcAft>
                <a:spcPts val="0"/>
              </a:spcAft>
              <a:buClr>
                <a:schemeClr val="lt1"/>
              </a:buClr>
              <a:buSzPts val="2100"/>
              <a:buNone/>
              <a:defRPr sz="2100">
                <a:solidFill>
                  <a:schemeClr val="lt1"/>
                </a:solidFill>
              </a:defRPr>
            </a:lvl8pPr>
            <a:lvl9pPr lvl="8" algn="ctr">
              <a:lnSpc>
                <a:spcPct val="100000"/>
              </a:lnSpc>
              <a:spcBef>
                <a:spcPts val="0"/>
              </a:spcBef>
              <a:spcAft>
                <a:spcPts val="0"/>
              </a:spcAft>
              <a:buClr>
                <a:schemeClr val="lt1"/>
              </a:buClr>
              <a:buSzPts val="2100"/>
              <a:buNone/>
              <a:defRPr sz="2100">
                <a:solidFill>
                  <a:schemeClr val="lt1"/>
                </a:solidFill>
              </a:defRPr>
            </a:lvl9pPr>
          </a:lstStyle>
          <a:p/>
        </p:txBody>
      </p:sp>
      <p:sp>
        <p:nvSpPr>
          <p:cNvPr id="86" name="Google Shape;86;p6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87" name="Google Shape;87;p69"/>
          <p:cNvPicPr preferRelativeResize="0"/>
          <p:nvPr/>
        </p:nvPicPr>
        <p:blipFill rotWithShape="1">
          <a:blip r:embed="rId2">
            <a:alphaModFix/>
          </a:blip>
          <a:srcRect b="0" l="0" r="0" t="0"/>
          <a:stretch/>
        </p:blipFill>
        <p:spPr>
          <a:xfrm>
            <a:off x="8499850" y="4499350"/>
            <a:ext cx="567950" cy="567950"/>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alf and half (green 1)">
  <p:cSld name="SECTION_TITLE_AND_DESCRIPTION_1_1">
    <p:spTree>
      <p:nvGrpSpPr>
        <p:cNvPr id="88" name="Shape 88"/>
        <p:cNvGrpSpPr/>
        <p:nvPr/>
      </p:nvGrpSpPr>
      <p:grpSpPr>
        <a:xfrm>
          <a:off x="0" y="0"/>
          <a:ext cx="0" cy="0"/>
          <a:chOff x="0" y="0"/>
          <a:chExt cx="0" cy="0"/>
        </a:xfrm>
      </p:grpSpPr>
      <p:sp>
        <p:nvSpPr>
          <p:cNvPr id="89" name="Google Shape;89;p70"/>
          <p:cNvSpPr/>
          <p:nvPr/>
        </p:nvSpPr>
        <p:spPr>
          <a:xfrm rot="-5400000">
            <a:off x="-22383" y="17"/>
            <a:ext cx="5188266" cy="5143500"/>
          </a:xfrm>
          <a:prstGeom prst="flowChartDocumen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70"/>
          <p:cNvSpPr txBox="1"/>
          <p:nvPr>
            <p:ph type="title"/>
          </p:nvPr>
        </p:nvSpPr>
        <p:spPr>
          <a:xfrm>
            <a:off x="146000" y="1233175"/>
            <a:ext cx="4045200" cy="14823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lt1"/>
              </a:buClr>
              <a:buSzPts val="4200"/>
              <a:buNone/>
              <a:defRPr>
                <a:solidFill>
                  <a:schemeClr val="lt1"/>
                </a:solidFill>
              </a:defRPr>
            </a:lvl1pPr>
            <a:lvl2pPr lvl="1" algn="ctr">
              <a:lnSpc>
                <a:spcPct val="100000"/>
              </a:lnSpc>
              <a:spcBef>
                <a:spcPts val="0"/>
              </a:spcBef>
              <a:spcAft>
                <a:spcPts val="0"/>
              </a:spcAft>
              <a:buClr>
                <a:schemeClr val="lt1"/>
              </a:buClr>
              <a:buSzPts val="4200"/>
              <a:buNone/>
              <a:defRPr sz="4200">
                <a:solidFill>
                  <a:schemeClr val="lt1"/>
                </a:solidFill>
              </a:defRPr>
            </a:lvl2pPr>
            <a:lvl3pPr lvl="2" algn="ctr">
              <a:lnSpc>
                <a:spcPct val="100000"/>
              </a:lnSpc>
              <a:spcBef>
                <a:spcPts val="0"/>
              </a:spcBef>
              <a:spcAft>
                <a:spcPts val="0"/>
              </a:spcAft>
              <a:buClr>
                <a:schemeClr val="lt1"/>
              </a:buClr>
              <a:buSzPts val="4200"/>
              <a:buNone/>
              <a:defRPr sz="4200">
                <a:solidFill>
                  <a:schemeClr val="lt1"/>
                </a:solidFill>
              </a:defRPr>
            </a:lvl3pPr>
            <a:lvl4pPr lvl="3" algn="ctr">
              <a:lnSpc>
                <a:spcPct val="100000"/>
              </a:lnSpc>
              <a:spcBef>
                <a:spcPts val="0"/>
              </a:spcBef>
              <a:spcAft>
                <a:spcPts val="0"/>
              </a:spcAft>
              <a:buClr>
                <a:schemeClr val="lt1"/>
              </a:buClr>
              <a:buSzPts val="4200"/>
              <a:buNone/>
              <a:defRPr sz="4200">
                <a:solidFill>
                  <a:schemeClr val="lt1"/>
                </a:solidFill>
              </a:defRPr>
            </a:lvl4pPr>
            <a:lvl5pPr lvl="4" algn="ctr">
              <a:lnSpc>
                <a:spcPct val="100000"/>
              </a:lnSpc>
              <a:spcBef>
                <a:spcPts val="0"/>
              </a:spcBef>
              <a:spcAft>
                <a:spcPts val="0"/>
              </a:spcAft>
              <a:buClr>
                <a:schemeClr val="lt1"/>
              </a:buClr>
              <a:buSzPts val="4200"/>
              <a:buNone/>
              <a:defRPr sz="4200">
                <a:solidFill>
                  <a:schemeClr val="lt1"/>
                </a:solidFill>
              </a:defRPr>
            </a:lvl5pPr>
            <a:lvl6pPr lvl="5" algn="ctr">
              <a:lnSpc>
                <a:spcPct val="100000"/>
              </a:lnSpc>
              <a:spcBef>
                <a:spcPts val="0"/>
              </a:spcBef>
              <a:spcAft>
                <a:spcPts val="0"/>
              </a:spcAft>
              <a:buClr>
                <a:schemeClr val="lt1"/>
              </a:buClr>
              <a:buSzPts val="4200"/>
              <a:buNone/>
              <a:defRPr sz="4200">
                <a:solidFill>
                  <a:schemeClr val="lt1"/>
                </a:solidFill>
              </a:defRPr>
            </a:lvl6pPr>
            <a:lvl7pPr lvl="6" algn="ctr">
              <a:lnSpc>
                <a:spcPct val="100000"/>
              </a:lnSpc>
              <a:spcBef>
                <a:spcPts val="0"/>
              </a:spcBef>
              <a:spcAft>
                <a:spcPts val="0"/>
              </a:spcAft>
              <a:buClr>
                <a:schemeClr val="lt1"/>
              </a:buClr>
              <a:buSzPts val="4200"/>
              <a:buNone/>
              <a:defRPr sz="4200">
                <a:solidFill>
                  <a:schemeClr val="lt1"/>
                </a:solidFill>
              </a:defRPr>
            </a:lvl7pPr>
            <a:lvl8pPr lvl="7" algn="ctr">
              <a:lnSpc>
                <a:spcPct val="100000"/>
              </a:lnSpc>
              <a:spcBef>
                <a:spcPts val="0"/>
              </a:spcBef>
              <a:spcAft>
                <a:spcPts val="0"/>
              </a:spcAft>
              <a:buClr>
                <a:schemeClr val="lt1"/>
              </a:buClr>
              <a:buSzPts val="4200"/>
              <a:buNone/>
              <a:defRPr sz="4200">
                <a:solidFill>
                  <a:schemeClr val="lt1"/>
                </a:solidFill>
              </a:defRPr>
            </a:lvl8pPr>
            <a:lvl9pPr lvl="8" algn="ctr">
              <a:lnSpc>
                <a:spcPct val="100000"/>
              </a:lnSpc>
              <a:spcBef>
                <a:spcPts val="0"/>
              </a:spcBef>
              <a:spcAft>
                <a:spcPts val="0"/>
              </a:spcAft>
              <a:buClr>
                <a:schemeClr val="lt1"/>
              </a:buClr>
              <a:buSzPts val="4200"/>
              <a:buNone/>
              <a:defRPr sz="4200">
                <a:solidFill>
                  <a:schemeClr val="lt1"/>
                </a:solidFill>
              </a:defRPr>
            </a:lvl9pPr>
          </a:lstStyle>
          <a:p/>
        </p:txBody>
      </p:sp>
      <p:sp>
        <p:nvSpPr>
          <p:cNvPr id="91" name="Google Shape;91;p70"/>
          <p:cNvSpPr txBox="1"/>
          <p:nvPr>
            <p:ph idx="1" type="subTitle"/>
          </p:nvPr>
        </p:nvSpPr>
        <p:spPr>
          <a:xfrm>
            <a:off x="1460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2100"/>
              <a:buNone/>
              <a:defRPr sz="2100">
                <a:solidFill>
                  <a:schemeClr val="lt1"/>
                </a:solidFill>
              </a:defRPr>
            </a:lvl1pPr>
            <a:lvl2pPr lvl="1" algn="ctr">
              <a:lnSpc>
                <a:spcPct val="100000"/>
              </a:lnSpc>
              <a:spcBef>
                <a:spcPts val="0"/>
              </a:spcBef>
              <a:spcAft>
                <a:spcPts val="0"/>
              </a:spcAft>
              <a:buClr>
                <a:schemeClr val="lt1"/>
              </a:buClr>
              <a:buSzPts val="2100"/>
              <a:buNone/>
              <a:defRPr sz="2100">
                <a:solidFill>
                  <a:schemeClr val="lt1"/>
                </a:solidFill>
              </a:defRPr>
            </a:lvl2pPr>
            <a:lvl3pPr lvl="2" algn="ctr">
              <a:lnSpc>
                <a:spcPct val="100000"/>
              </a:lnSpc>
              <a:spcBef>
                <a:spcPts val="0"/>
              </a:spcBef>
              <a:spcAft>
                <a:spcPts val="0"/>
              </a:spcAft>
              <a:buClr>
                <a:schemeClr val="lt1"/>
              </a:buClr>
              <a:buSzPts val="2100"/>
              <a:buNone/>
              <a:defRPr sz="2100">
                <a:solidFill>
                  <a:schemeClr val="lt1"/>
                </a:solidFill>
              </a:defRPr>
            </a:lvl3pPr>
            <a:lvl4pPr lvl="3" algn="ctr">
              <a:lnSpc>
                <a:spcPct val="100000"/>
              </a:lnSpc>
              <a:spcBef>
                <a:spcPts val="0"/>
              </a:spcBef>
              <a:spcAft>
                <a:spcPts val="0"/>
              </a:spcAft>
              <a:buClr>
                <a:schemeClr val="lt1"/>
              </a:buClr>
              <a:buSzPts val="2100"/>
              <a:buNone/>
              <a:defRPr sz="2100">
                <a:solidFill>
                  <a:schemeClr val="lt1"/>
                </a:solidFill>
              </a:defRPr>
            </a:lvl4pPr>
            <a:lvl5pPr lvl="4" algn="ctr">
              <a:lnSpc>
                <a:spcPct val="100000"/>
              </a:lnSpc>
              <a:spcBef>
                <a:spcPts val="0"/>
              </a:spcBef>
              <a:spcAft>
                <a:spcPts val="0"/>
              </a:spcAft>
              <a:buClr>
                <a:schemeClr val="lt1"/>
              </a:buClr>
              <a:buSzPts val="2100"/>
              <a:buNone/>
              <a:defRPr sz="2100">
                <a:solidFill>
                  <a:schemeClr val="lt1"/>
                </a:solidFill>
              </a:defRPr>
            </a:lvl5pPr>
            <a:lvl6pPr lvl="5" algn="ctr">
              <a:lnSpc>
                <a:spcPct val="100000"/>
              </a:lnSpc>
              <a:spcBef>
                <a:spcPts val="0"/>
              </a:spcBef>
              <a:spcAft>
                <a:spcPts val="0"/>
              </a:spcAft>
              <a:buClr>
                <a:schemeClr val="lt1"/>
              </a:buClr>
              <a:buSzPts val="2100"/>
              <a:buNone/>
              <a:defRPr sz="2100">
                <a:solidFill>
                  <a:schemeClr val="lt1"/>
                </a:solidFill>
              </a:defRPr>
            </a:lvl6pPr>
            <a:lvl7pPr lvl="6" algn="ctr">
              <a:lnSpc>
                <a:spcPct val="100000"/>
              </a:lnSpc>
              <a:spcBef>
                <a:spcPts val="0"/>
              </a:spcBef>
              <a:spcAft>
                <a:spcPts val="0"/>
              </a:spcAft>
              <a:buClr>
                <a:schemeClr val="lt1"/>
              </a:buClr>
              <a:buSzPts val="2100"/>
              <a:buNone/>
              <a:defRPr sz="2100">
                <a:solidFill>
                  <a:schemeClr val="lt1"/>
                </a:solidFill>
              </a:defRPr>
            </a:lvl7pPr>
            <a:lvl8pPr lvl="7" algn="ctr">
              <a:lnSpc>
                <a:spcPct val="100000"/>
              </a:lnSpc>
              <a:spcBef>
                <a:spcPts val="0"/>
              </a:spcBef>
              <a:spcAft>
                <a:spcPts val="0"/>
              </a:spcAft>
              <a:buClr>
                <a:schemeClr val="lt1"/>
              </a:buClr>
              <a:buSzPts val="2100"/>
              <a:buNone/>
              <a:defRPr sz="2100">
                <a:solidFill>
                  <a:schemeClr val="lt1"/>
                </a:solidFill>
              </a:defRPr>
            </a:lvl8pPr>
            <a:lvl9pPr lvl="8" algn="ctr">
              <a:lnSpc>
                <a:spcPct val="100000"/>
              </a:lnSpc>
              <a:spcBef>
                <a:spcPts val="0"/>
              </a:spcBef>
              <a:spcAft>
                <a:spcPts val="0"/>
              </a:spcAft>
              <a:buClr>
                <a:schemeClr val="lt1"/>
              </a:buClr>
              <a:buSzPts val="2100"/>
              <a:buNone/>
              <a:defRPr sz="2100">
                <a:solidFill>
                  <a:schemeClr val="lt1"/>
                </a:solidFill>
              </a:defRPr>
            </a:lvl9pPr>
          </a:lstStyle>
          <a:p/>
        </p:txBody>
      </p:sp>
      <p:sp>
        <p:nvSpPr>
          <p:cNvPr id="92" name="Google Shape;92;p7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93" name="Google Shape;93;p70"/>
          <p:cNvSpPr txBox="1"/>
          <p:nvPr>
            <p:ph idx="2" type="title"/>
          </p:nvPr>
        </p:nvSpPr>
        <p:spPr>
          <a:xfrm>
            <a:off x="5032850" y="1320775"/>
            <a:ext cx="4045200" cy="14823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accent3"/>
              </a:buClr>
              <a:buSzPts val="4200"/>
              <a:buNone/>
              <a:defRPr>
                <a:solidFill>
                  <a:schemeClr val="accent3"/>
                </a:solidFill>
              </a:defRPr>
            </a:lvl1pPr>
            <a:lvl2pPr lvl="1" algn="ctr">
              <a:lnSpc>
                <a:spcPct val="100000"/>
              </a:lnSpc>
              <a:spcBef>
                <a:spcPts val="0"/>
              </a:spcBef>
              <a:spcAft>
                <a:spcPts val="0"/>
              </a:spcAft>
              <a:buClr>
                <a:schemeClr val="accent3"/>
              </a:buClr>
              <a:buSzPts val="4200"/>
              <a:buNone/>
              <a:defRPr sz="4200">
                <a:solidFill>
                  <a:schemeClr val="accent3"/>
                </a:solidFill>
              </a:defRPr>
            </a:lvl2pPr>
            <a:lvl3pPr lvl="2" algn="ctr">
              <a:lnSpc>
                <a:spcPct val="100000"/>
              </a:lnSpc>
              <a:spcBef>
                <a:spcPts val="0"/>
              </a:spcBef>
              <a:spcAft>
                <a:spcPts val="0"/>
              </a:spcAft>
              <a:buClr>
                <a:schemeClr val="accent3"/>
              </a:buClr>
              <a:buSzPts val="4200"/>
              <a:buNone/>
              <a:defRPr sz="4200">
                <a:solidFill>
                  <a:schemeClr val="accent3"/>
                </a:solidFill>
              </a:defRPr>
            </a:lvl3pPr>
            <a:lvl4pPr lvl="3" algn="ctr">
              <a:lnSpc>
                <a:spcPct val="100000"/>
              </a:lnSpc>
              <a:spcBef>
                <a:spcPts val="0"/>
              </a:spcBef>
              <a:spcAft>
                <a:spcPts val="0"/>
              </a:spcAft>
              <a:buClr>
                <a:schemeClr val="accent3"/>
              </a:buClr>
              <a:buSzPts val="4200"/>
              <a:buNone/>
              <a:defRPr sz="4200">
                <a:solidFill>
                  <a:schemeClr val="accent3"/>
                </a:solidFill>
              </a:defRPr>
            </a:lvl4pPr>
            <a:lvl5pPr lvl="4" algn="ctr">
              <a:lnSpc>
                <a:spcPct val="100000"/>
              </a:lnSpc>
              <a:spcBef>
                <a:spcPts val="0"/>
              </a:spcBef>
              <a:spcAft>
                <a:spcPts val="0"/>
              </a:spcAft>
              <a:buClr>
                <a:schemeClr val="accent3"/>
              </a:buClr>
              <a:buSzPts val="4200"/>
              <a:buNone/>
              <a:defRPr sz="4200">
                <a:solidFill>
                  <a:schemeClr val="accent3"/>
                </a:solidFill>
              </a:defRPr>
            </a:lvl5pPr>
            <a:lvl6pPr lvl="5" algn="ctr">
              <a:lnSpc>
                <a:spcPct val="100000"/>
              </a:lnSpc>
              <a:spcBef>
                <a:spcPts val="0"/>
              </a:spcBef>
              <a:spcAft>
                <a:spcPts val="0"/>
              </a:spcAft>
              <a:buClr>
                <a:schemeClr val="accent3"/>
              </a:buClr>
              <a:buSzPts val="4200"/>
              <a:buNone/>
              <a:defRPr sz="4200">
                <a:solidFill>
                  <a:schemeClr val="accent3"/>
                </a:solidFill>
              </a:defRPr>
            </a:lvl6pPr>
            <a:lvl7pPr lvl="6" algn="ctr">
              <a:lnSpc>
                <a:spcPct val="100000"/>
              </a:lnSpc>
              <a:spcBef>
                <a:spcPts val="0"/>
              </a:spcBef>
              <a:spcAft>
                <a:spcPts val="0"/>
              </a:spcAft>
              <a:buClr>
                <a:schemeClr val="accent3"/>
              </a:buClr>
              <a:buSzPts val="4200"/>
              <a:buNone/>
              <a:defRPr sz="4200">
                <a:solidFill>
                  <a:schemeClr val="accent3"/>
                </a:solidFill>
              </a:defRPr>
            </a:lvl7pPr>
            <a:lvl8pPr lvl="7" algn="ctr">
              <a:lnSpc>
                <a:spcPct val="100000"/>
              </a:lnSpc>
              <a:spcBef>
                <a:spcPts val="0"/>
              </a:spcBef>
              <a:spcAft>
                <a:spcPts val="0"/>
              </a:spcAft>
              <a:buClr>
                <a:schemeClr val="accent3"/>
              </a:buClr>
              <a:buSzPts val="4200"/>
              <a:buNone/>
              <a:defRPr sz="4200">
                <a:solidFill>
                  <a:schemeClr val="accent3"/>
                </a:solidFill>
              </a:defRPr>
            </a:lvl8pPr>
            <a:lvl9pPr lvl="8" algn="ctr">
              <a:lnSpc>
                <a:spcPct val="100000"/>
              </a:lnSpc>
              <a:spcBef>
                <a:spcPts val="0"/>
              </a:spcBef>
              <a:spcAft>
                <a:spcPts val="0"/>
              </a:spcAft>
              <a:buClr>
                <a:schemeClr val="accent3"/>
              </a:buClr>
              <a:buSzPts val="4200"/>
              <a:buNone/>
              <a:defRPr sz="4200">
                <a:solidFill>
                  <a:schemeClr val="accent3"/>
                </a:solidFill>
              </a:defRPr>
            </a:lvl9pPr>
          </a:lstStyle>
          <a:p/>
        </p:txBody>
      </p:sp>
      <p:sp>
        <p:nvSpPr>
          <p:cNvPr id="94" name="Google Shape;94;p70"/>
          <p:cNvSpPr txBox="1"/>
          <p:nvPr>
            <p:ph idx="3" type="subTitle"/>
          </p:nvPr>
        </p:nvSpPr>
        <p:spPr>
          <a:xfrm>
            <a:off x="503285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dk1"/>
              </a:buClr>
              <a:buSzPts val="2100"/>
              <a:buNone/>
              <a:defRPr sz="21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alf and half (green 2)">
  <p:cSld name="CUSTOM_15">
    <p:spTree>
      <p:nvGrpSpPr>
        <p:cNvPr id="95" name="Shape 95"/>
        <p:cNvGrpSpPr/>
        <p:nvPr/>
      </p:nvGrpSpPr>
      <p:grpSpPr>
        <a:xfrm>
          <a:off x="0" y="0"/>
          <a:ext cx="0" cy="0"/>
          <a:chOff x="0" y="0"/>
          <a:chExt cx="0" cy="0"/>
        </a:xfrm>
      </p:grpSpPr>
      <p:sp>
        <p:nvSpPr>
          <p:cNvPr id="96" name="Google Shape;96;p71"/>
          <p:cNvSpPr/>
          <p:nvPr/>
        </p:nvSpPr>
        <p:spPr>
          <a:xfrm flipH="1" rot="5400000">
            <a:off x="3978117" y="17"/>
            <a:ext cx="5188266" cy="5143500"/>
          </a:xfrm>
          <a:prstGeom prst="flowChartDocumen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71"/>
          <p:cNvSpPr txBox="1"/>
          <p:nvPr>
            <p:ph type="title"/>
          </p:nvPr>
        </p:nvSpPr>
        <p:spPr>
          <a:xfrm>
            <a:off x="98575" y="1233175"/>
            <a:ext cx="4045200" cy="14823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accent3"/>
              </a:buClr>
              <a:buSzPts val="4200"/>
              <a:buNone/>
              <a:defRPr>
                <a:solidFill>
                  <a:schemeClr val="accent3"/>
                </a:solidFill>
              </a:defRPr>
            </a:lvl1pPr>
            <a:lvl2pPr lvl="1" algn="ctr">
              <a:lnSpc>
                <a:spcPct val="100000"/>
              </a:lnSpc>
              <a:spcBef>
                <a:spcPts val="0"/>
              </a:spcBef>
              <a:spcAft>
                <a:spcPts val="0"/>
              </a:spcAft>
              <a:buClr>
                <a:schemeClr val="lt2"/>
              </a:buClr>
              <a:buSzPts val="4200"/>
              <a:buNone/>
              <a:defRPr sz="4200">
                <a:solidFill>
                  <a:schemeClr val="lt2"/>
                </a:solidFill>
              </a:defRPr>
            </a:lvl2pPr>
            <a:lvl3pPr lvl="2" algn="ctr">
              <a:lnSpc>
                <a:spcPct val="100000"/>
              </a:lnSpc>
              <a:spcBef>
                <a:spcPts val="0"/>
              </a:spcBef>
              <a:spcAft>
                <a:spcPts val="0"/>
              </a:spcAft>
              <a:buClr>
                <a:schemeClr val="lt2"/>
              </a:buClr>
              <a:buSzPts val="4200"/>
              <a:buNone/>
              <a:defRPr sz="4200">
                <a:solidFill>
                  <a:schemeClr val="lt2"/>
                </a:solidFill>
              </a:defRPr>
            </a:lvl3pPr>
            <a:lvl4pPr lvl="3" algn="ctr">
              <a:lnSpc>
                <a:spcPct val="100000"/>
              </a:lnSpc>
              <a:spcBef>
                <a:spcPts val="0"/>
              </a:spcBef>
              <a:spcAft>
                <a:spcPts val="0"/>
              </a:spcAft>
              <a:buClr>
                <a:schemeClr val="lt2"/>
              </a:buClr>
              <a:buSzPts val="4200"/>
              <a:buNone/>
              <a:defRPr sz="4200">
                <a:solidFill>
                  <a:schemeClr val="lt2"/>
                </a:solidFill>
              </a:defRPr>
            </a:lvl4pPr>
            <a:lvl5pPr lvl="4" algn="ctr">
              <a:lnSpc>
                <a:spcPct val="100000"/>
              </a:lnSpc>
              <a:spcBef>
                <a:spcPts val="0"/>
              </a:spcBef>
              <a:spcAft>
                <a:spcPts val="0"/>
              </a:spcAft>
              <a:buClr>
                <a:schemeClr val="lt2"/>
              </a:buClr>
              <a:buSzPts val="4200"/>
              <a:buNone/>
              <a:defRPr sz="4200">
                <a:solidFill>
                  <a:schemeClr val="lt2"/>
                </a:solidFill>
              </a:defRPr>
            </a:lvl5pPr>
            <a:lvl6pPr lvl="5" algn="ctr">
              <a:lnSpc>
                <a:spcPct val="100000"/>
              </a:lnSpc>
              <a:spcBef>
                <a:spcPts val="0"/>
              </a:spcBef>
              <a:spcAft>
                <a:spcPts val="0"/>
              </a:spcAft>
              <a:buClr>
                <a:schemeClr val="lt2"/>
              </a:buClr>
              <a:buSzPts val="4200"/>
              <a:buNone/>
              <a:defRPr sz="4200">
                <a:solidFill>
                  <a:schemeClr val="lt2"/>
                </a:solidFill>
              </a:defRPr>
            </a:lvl6pPr>
            <a:lvl7pPr lvl="6" algn="ctr">
              <a:lnSpc>
                <a:spcPct val="100000"/>
              </a:lnSpc>
              <a:spcBef>
                <a:spcPts val="0"/>
              </a:spcBef>
              <a:spcAft>
                <a:spcPts val="0"/>
              </a:spcAft>
              <a:buClr>
                <a:schemeClr val="lt2"/>
              </a:buClr>
              <a:buSzPts val="4200"/>
              <a:buNone/>
              <a:defRPr sz="4200">
                <a:solidFill>
                  <a:schemeClr val="lt2"/>
                </a:solidFill>
              </a:defRPr>
            </a:lvl7pPr>
            <a:lvl8pPr lvl="7" algn="ctr">
              <a:lnSpc>
                <a:spcPct val="100000"/>
              </a:lnSpc>
              <a:spcBef>
                <a:spcPts val="0"/>
              </a:spcBef>
              <a:spcAft>
                <a:spcPts val="0"/>
              </a:spcAft>
              <a:buClr>
                <a:schemeClr val="lt2"/>
              </a:buClr>
              <a:buSzPts val="4200"/>
              <a:buNone/>
              <a:defRPr sz="4200">
                <a:solidFill>
                  <a:schemeClr val="lt2"/>
                </a:solidFill>
              </a:defRPr>
            </a:lvl8pPr>
            <a:lvl9pPr lvl="8" algn="ctr">
              <a:lnSpc>
                <a:spcPct val="100000"/>
              </a:lnSpc>
              <a:spcBef>
                <a:spcPts val="0"/>
              </a:spcBef>
              <a:spcAft>
                <a:spcPts val="0"/>
              </a:spcAft>
              <a:buClr>
                <a:schemeClr val="lt2"/>
              </a:buClr>
              <a:buSzPts val="4200"/>
              <a:buNone/>
              <a:defRPr sz="4200">
                <a:solidFill>
                  <a:schemeClr val="lt2"/>
                </a:solidFill>
              </a:defRPr>
            </a:lvl9pPr>
          </a:lstStyle>
          <a:p/>
        </p:txBody>
      </p:sp>
      <p:sp>
        <p:nvSpPr>
          <p:cNvPr id="98" name="Google Shape;98;p71"/>
          <p:cNvSpPr txBox="1"/>
          <p:nvPr>
            <p:ph idx="1" type="subTitle"/>
          </p:nvPr>
        </p:nvSpPr>
        <p:spPr>
          <a:xfrm>
            <a:off x="98575"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99" name="Google Shape;99;p71"/>
          <p:cNvSpPr txBox="1"/>
          <p:nvPr>
            <p:ph idx="2" type="title"/>
          </p:nvPr>
        </p:nvSpPr>
        <p:spPr>
          <a:xfrm>
            <a:off x="5032850" y="1320775"/>
            <a:ext cx="4045200" cy="14823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lt1"/>
              </a:buClr>
              <a:buSzPts val="4200"/>
              <a:buNone/>
              <a:defRPr>
                <a:solidFill>
                  <a:schemeClr val="lt1"/>
                </a:solidFill>
              </a:defRPr>
            </a:lvl1pPr>
            <a:lvl2pPr lvl="1" algn="ctr">
              <a:lnSpc>
                <a:spcPct val="100000"/>
              </a:lnSpc>
              <a:spcBef>
                <a:spcPts val="0"/>
              </a:spcBef>
              <a:spcAft>
                <a:spcPts val="0"/>
              </a:spcAft>
              <a:buClr>
                <a:schemeClr val="lt1"/>
              </a:buClr>
              <a:buSzPts val="4200"/>
              <a:buNone/>
              <a:defRPr sz="4200">
                <a:solidFill>
                  <a:schemeClr val="lt1"/>
                </a:solidFill>
              </a:defRPr>
            </a:lvl2pPr>
            <a:lvl3pPr lvl="2" algn="ctr">
              <a:lnSpc>
                <a:spcPct val="100000"/>
              </a:lnSpc>
              <a:spcBef>
                <a:spcPts val="0"/>
              </a:spcBef>
              <a:spcAft>
                <a:spcPts val="0"/>
              </a:spcAft>
              <a:buClr>
                <a:schemeClr val="lt1"/>
              </a:buClr>
              <a:buSzPts val="4200"/>
              <a:buNone/>
              <a:defRPr sz="4200">
                <a:solidFill>
                  <a:schemeClr val="lt1"/>
                </a:solidFill>
              </a:defRPr>
            </a:lvl3pPr>
            <a:lvl4pPr lvl="3" algn="ctr">
              <a:lnSpc>
                <a:spcPct val="100000"/>
              </a:lnSpc>
              <a:spcBef>
                <a:spcPts val="0"/>
              </a:spcBef>
              <a:spcAft>
                <a:spcPts val="0"/>
              </a:spcAft>
              <a:buClr>
                <a:schemeClr val="lt1"/>
              </a:buClr>
              <a:buSzPts val="4200"/>
              <a:buNone/>
              <a:defRPr sz="4200">
                <a:solidFill>
                  <a:schemeClr val="lt1"/>
                </a:solidFill>
              </a:defRPr>
            </a:lvl4pPr>
            <a:lvl5pPr lvl="4" algn="ctr">
              <a:lnSpc>
                <a:spcPct val="100000"/>
              </a:lnSpc>
              <a:spcBef>
                <a:spcPts val="0"/>
              </a:spcBef>
              <a:spcAft>
                <a:spcPts val="0"/>
              </a:spcAft>
              <a:buClr>
                <a:schemeClr val="lt1"/>
              </a:buClr>
              <a:buSzPts val="4200"/>
              <a:buNone/>
              <a:defRPr sz="4200">
                <a:solidFill>
                  <a:schemeClr val="lt1"/>
                </a:solidFill>
              </a:defRPr>
            </a:lvl5pPr>
            <a:lvl6pPr lvl="5" algn="ctr">
              <a:lnSpc>
                <a:spcPct val="100000"/>
              </a:lnSpc>
              <a:spcBef>
                <a:spcPts val="0"/>
              </a:spcBef>
              <a:spcAft>
                <a:spcPts val="0"/>
              </a:spcAft>
              <a:buClr>
                <a:schemeClr val="lt1"/>
              </a:buClr>
              <a:buSzPts val="4200"/>
              <a:buNone/>
              <a:defRPr sz="4200">
                <a:solidFill>
                  <a:schemeClr val="lt1"/>
                </a:solidFill>
              </a:defRPr>
            </a:lvl6pPr>
            <a:lvl7pPr lvl="6" algn="ctr">
              <a:lnSpc>
                <a:spcPct val="100000"/>
              </a:lnSpc>
              <a:spcBef>
                <a:spcPts val="0"/>
              </a:spcBef>
              <a:spcAft>
                <a:spcPts val="0"/>
              </a:spcAft>
              <a:buClr>
                <a:schemeClr val="lt1"/>
              </a:buClr>
              <a:buSzPts val="4200"/>
              <a:buNone/>
              <a:defRPr sz="4200">
                <a:solidFill>
                  <a:schemeClr val="lt1"/>
                </a:solidFill>
              </a:defRPr>
            </a:lvl7pPr>
            <a:lvl8pPr lvl="7" algn="ctr">
              <a:lnSpc>
                <a:spcPct val="100000"/>
              </a:lnSpc>
              <a:spcBef>
                <a:spcPts val="0"/>
              </a:spcBef>
              <a:spcAft>
                <a:spcPts val="0"/>
              </a:spcAft>
              <a:buClr>
                <a:schemeClr val="lt1"/>
              </a:buClr>
              <a:buSzPts val="4200"/>
              <a:buNone/>
              <a:defRPr sz="4200">
                <a:solidFill>
                  <a:schemeClr val="lt1"/>
                </a:solidFill>
              </a:defRPr>
            </a:lvl8pPr>
            <a:lvl9pPr lvl="8" algn="ctr">
              <a:lnSpc>
                <a:spcPct val="100000"/>
              </a:lnSpc>
              <a:spcBef>
                <a:spcPts val="0"/>
              </a:spcBef>
              <a:spcAft>
                <a:spcPts val="0"/>
              </a:spcAft>
              <a:buClr>
                <a:schemeClr val="lt1"/>
              </a:buClr>
              <a:buSzPts val="4200"/>
              <a:buNone/>
              <a:defRPr sz="4200">
                <a:solidFill>
                  <a:schemeClr val="lt1"/>
                </a:solidFill>
              </a:defRPr>
            </a:lvl9pPr>
          </a:lstStyle>
          <a:p/>
        </p:txBody>
      </p:sp>
      <p:sp>
        <p:nvSpPr>
          <p:cNvPr id="100" name="Google Shape;100;p71"/>
          <p:cNvSpPr txBox="1"/>
          <p:nvPr>
            <p:ph idx="3" type="subTitle"/>
          </p:nvPr>
        </p:nvSpPr>
        <p:spPr>
          <a:xfrm>
            <a:off x="503285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2100"/>
              <a:buNone/>
              <a:defRPr sz="2100">
                <a:solidFill>
                  <a:schemeClr val="lt1"/>
                </a:solidFill>
              </a:defRPr>
            </a:lvl1pPr>
            <a:lvl2pPr lvl="1" algn="ctr">
              <a:lnSpc>
                <a:spcPct val="100000"/>
              </a:lnSpc>
              <a:spcBef>
                <a:spcPts val="0"/>
              </a:spcBef>
              <a:spcAft>
                <a:spcPts val="0"/>
              </a:spcAft>
              <a:buClr>
                <a:schemeClr val="lt1"/>
              </a:buClr>
              <a:buSzPts val="2100"/>
              <a:buNone/>
              <a:defRPr sz="2100">
                <a:solidFill>
                  <a:schemeClr val="lt1"/>
                </a:solidFill>
              </a:defRPr>
            </a:lvl2pPr>
            <a:lvl3pPr lvl="2" algn="ctr">
              <a:lnSpc>
                <a:spcPct val="100000"/>
              </a:lnSpc>
              <a:spcBef>
                <a:spcPts val="0"/>
              </a:spcBef>
              <a:spcAft>
                <a:spcPts val="0"/>
              </a:spcAft>
              <a:buClr>
                <a:schemeClr val="lt1"/>
              </a:buClr>
              <a:buSzPts val="2100"/>
              <a:buNone/>
              <a:defRPr sz="2100">
                <a:solidFill>
                  <a:schemeClr val="lt1"/>
                </a:solidFill>
              </a:defRPr>
            </a:lvl3pPr>
            <a:lvl4pPr lvl="3" algn="ctr">
              <a:lnSpc>
                <a:spcPct val="100000"/>
              </a:lnSpc>
              <a:spcBef>
                <a:spcPts val="0"/>
              </a:spcBef>
              <a:spcAft>
                <a:spcPts val="0"/>
              </a:spcAft>
              <a:buClr>
                <a:schemeClr val="lt1"/>
              </a:buClr>
              <a:buSzPts val="2100"/>
              <a:buNone/>
              <a:defRPr sz="2100">
                <a:solidFill>
                  <a:schemeClr val="lt1"/>
                </a:solidFill>
              </a:defRPr>
            </a:lvl4pPr>
            <a:lvl5pPr lvl="4" algn="ctr">
              <a:lnSpc>
                <a:spcPct val="100000"/>
              </a:lnSpc>
              <a:spcBef>
                <a:spcPts val="0"/>
              </a:spcBef>
              <a:spcAft>
                <a:spcPts val="0"/>
              </a:spcAft>
              <a:buClr>
                <a:schemeClr val="lt1"/>
              </a:buClr>
              <a:buSzPts val="2100"/>
              <a:buNone/>
              <a:defRPr sz="2100">
                <a:solidFill>
                  <a:schemeClr val="lt1"/>
                </a:solidFill>
              </a:defRPr>
            </a:lvl5pPr>
            <a:lvl6pPr lvl="5" algn="ctr">
              <a:lnSpc>
                <a:spcPct val="100000"/>
              </a:lnSpc>
              <a:spcBef>
                <a:spcPts val="0"/>
              </a:spcBef>
              <a:spcAft>
                <a:spcPts val="0"/>
              </a:spcAft>
              <a:buClr>
                <a:schemeClr val="lt1"/>
              </a:buClr>
              <a:buSzPts val="2100"/>
              <a:buNone/>
              <a:defRPr sz="2100">
                <a:solidFill>
                  <a:schemeClr val="lt1"/>
                </a:solidFill>
              </a:defRPr>
            </a:lvl6pPr>
            <a:lvl7pPr lvl="6" algn="ctr">
              <a:lnSpc>
                <a:spcPct val="100000"/>
              </a:lnSpc>
              <a:spcBef>
                <a:spcPts val="0"/>
              </a:spcBef>
              <a:spcAft>
                <a:spcPts val="0"/>
              </a:spcAft>
              <a:buClr>
                <a:schemeClr val="lt1"/>
              </a:buClr>
              <a:buSzPts val="2100"/>
              <a:buNone/>
              <a:defRPr sz="2100">
                <a:solidFill>
                  <a:schemeClr val="lt1"/>
                </a:solidFill>
              </a:defRPr>
            </a:lvl7pPr>
            <a:lvl8pPr lvl="7" algn="ctr">
              <a:lnSpc>
                <a:spcPct val="100000"/>
              </a:lnSpc>
              <a:spcBef>
                <a:spcPts val="0"/>
              </a:spcBef>
              <a:spcAft>
                <a:spcPts val="0"/>
              </a:spcAft>
              <a:buClr>
                <a:schemeClr val="lt1"/>
              </a:buClr>
              <a:buSzPts val="2100"/>
              <a:buNone/>
              <a:defRPr sz="2100">
                <a:solidFill>
                  <a:schemeClr val="lt1"/>
                </a:solidFill>
              </a:defRPr>
            </a:lvl8pPr>
            <a:lvl9pPr lvl="8" algn="ctr">
              <a:lnSpc>
                <a:spcPct val="100000"/>
              </a:lnSpc>
              <a:spcBef>
                <a:spcPts val="0"/>
              </a:spcBef>
              <a:spcAft>
                <a:spcPts val="0"/>
              </a:spcAft>
              <a:buClr>
                <a:schemeClr val="lt1"/>
              </a:buClr>
              <a:buSzPts val="2100"/>
              <a:buNone/>
              <a:defRPr sz="2100">
                <a:solidFill>
                  <a:schemeClr val="lt1"/>
                </a:solidFill>
              </a:defRPr>
            </a:lvl9pPr>
          </a:lstStyle>
          <a:p/>
        </p:txBody>
      </p:sp>
      <p:sp>
        <p:nvSpPr>
          <p:cNvPr id="101" name="Google Shape;101;p7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102" name="Google Shape;102;p71"/>
          <p:cNvPicPr preferRelativeResize="0"/>
          <p:nvPr/>
        </p:nvPicPr>
        <p:blipFill rotWithShape="1">
          <a:blip r:embed="rId2">
            <a:alphaModFix/>
          </a:blip>
          <a:srcRect b="0" l="0" r="0" t="0"/>
          <a:stretch/>
        </p:blipFill>
        <p:spPr>
          <a:xfrm>
            <a:off x="8499850" y="4499350"/>
            <a:ext cx="567950" cy="567950"/>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03" name="Shape 103"/>
        <p:cNvGrpSpPr/>
        <p:nvPr/>
      </p:nvGrpSpPr>
      <p:grpSpPr>
        <a:xfrm>
          <a:off x="0" y="0"/>
          <a:ext cx="0" cy="0"/>
          <a:chOff x="0" y="0"/>
          <a:chExt cx="0" cy="0"/>
        </a:xfrm>
      </p:grpSpPr>
      <p:sp>
        <p:nvSpPr>
          <p:cNvPr id="104" name="Google Shape;104;p72"/>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2000"/>
              <a:buNone/>
              <a:defRPr/>
            </a:lvl1pPr>
          </a:lstStyle>
          <a:p/>
        </p:txBody>
      </p:sp>
      <p:sp>
        <p:nvSpPr>
          <p:cNvPr id="105" name="Google Shape;105;p7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6" name="Shape 106"/>
        <p:cNvGrpSpPr/>
        <p:nvPr/>
      </p:nvGrpSpPr>
      <p:grpSpPr>
        <a:xfrm>
          <a:off x="0" y="0"/>
          <a:ext cx="0" cy="0"/>
          <a:chOff x="0" y="0"/>
          <a:chExt cx="0" cy="0"/>
        </a:xfrm>
      </p:grpSpPr>
      <p:sp>
        <p:nvSpPr>
          <p:cNvPr id="107" name="Google Shape;107;p7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9.xml"/><Relationship Id="rId11" Type="http://schemas.openxmlformats.org/officeDocument/2006/relationships/slideLayout" Target="../slideLayouts/slideLayout10.xml"/><Relationship Id="rId22" Type="http://schemas.openxmlformats.org/officeDocument/2006/relationships/theme" Target="../theme/theme2.xml"/><Relationship Id="rId10" Type="http://schemas.openxmlformats.org/officeDocument/2006/relationships/slideLayout" Target="../slideLayouts/slideLayout9.xml"/><Relationship Id="rId21" Type="http://schemas.openxmlformats.org/officeDocument/2006/relationships/slideLayout" Target="../slideLayouts/slideLayout20.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slideLayout" Target="../slideLayouts/slideLayout18.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53"/>
          <p:cNvSpPr txBox="1"/>
          <p:nvPr>
            <p:ph type="title"/>
          </p:nvPr>
        </p:nvSpPr>
        <p:spPr>
          <a:xfrm>
            <a:off x="112500" y="103550"/>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accent1"/>
              </a:buClr>
              <a:buSzPts val="2800"/>
              <a:buFont typeface="Avenir"/>
              <a:buNone/>
              <a:defRPr b="1" i="0" sz="2800" u="none" cap="none" strike="noStrike">
                <a:solidFill>
                  <a:schemeClr val="accent1"/>
                </a:solidFill>
                <a:latin typeface="Avenir"/>
                <a:ea typeface="Avenir"/>
                <a:cs typeface="Avenir"/>
                <a:sym typeface="Avenir"/>
              </a:defRPr>
            </a:lvl1pPr>
            <a:lvl2pPr lvl="1" marR="0" rtl="0" algn="l">
              <a:lnSpc>
                <a:spcPct val="100000"/>
              </a:lnSpc>
              <a:spcBef>
                <a:spcPts val="0"/>
              </a:spcBef>
              <a:spcAft>
                <a:spcPts val="0"/>
              </a:spcAft>
              <a:buClr>
                <a:schemeClr val="accent1"/>
              </a:buClr>
              <a:buSzPts val="2800"/>
              <a:buFont typeface="Avenir"/>
              <a:buNone/>
              <a:defRPr b="1" i="0" sz="2800" u="none" cap="none" strike="noStrike">
                <a:solidFill>
                  <a:schemeClr val="accent1"/>
                </a:solidFill>
                <a:latin typeface="Avenir"/>
                <a:ea typeface="Avenir"/>
                <a:cs typeface="Avenir"/>
                <a:sym typeface="Avenir"/>
              </a:defRPr>
            </a:lvl2pPr>
            <a:lvl3pPr lvl="2" marR="0" rtl="0" algn="l">
              <a:lnSpc>
                <a:spcPct val="100000"/>
              </a:lnSpc>
              <a:spcBef>
                <a:spcPts val="0"/>
              </a:spcBef>
              <a:spcAft>
                <a:spcPts val="0"/>
              </a:spcAft>
              <a:buClr>
                <a:schemeClr val="accent1"/>
              </a:buClr>
              <a:buSzPts val="2800"/>
              <a:buFont typeface="Avenir"/>
              <a:buNone/>
              <a:defRPr b="1" i="0" sz="2800" u="none" cap="none" strike="noStrike">
                <a:solidFill>
                  <a:schemeClr val="accent1"/>
                </a:solidFill>
                <a:latin typeface="Avenir"/>
                <a:ea typeface="Avenir"/>
                <a:cs typeface="Avenir"/>
                <a:sym typeface="Avenir"/>
              </a:defRPr>
            </a:lvl3pPr>
            <a:lvl4pPr lvl="3" marR="0" rtl="0" algn="l">
              <a:lnSpc>
                <a:spcPct val="100000"/>
              </a:lnSpc>
              <a:spcBef>
                <a:spcPts val="0"/>
              </a:spcBef>
              <a:spcAft>
                <a:spcPts val="0"/>
              </a:spcAft>
              <a:buClr>
                <a:schemeClr val="accent1"/>
              </a:buClr>
              <a:buSzPts val="2800"/>
              <a:buFont typeface="Avenir"/>
              <a:buNone/>
              <a:defRPr b="1" i="0" sz="2800" u="none" cap="none" strike="noStrike">
                <a:solidFill>
                  <a:schemeClr val="accent1"/>
                </a:solidFill>
                <a:latin typeface="Avenir"/>
                <a:ea typeface="Avenir"/>
                <a:cs typeface="Avenir"/>
                <a:sym typeface="Avenir"/>
              </a:defRPr>
            </a:lvl4pPr>
            <a:lvl5pPr lvl="4" marR="0" rtl="0" algn="l">
              <a:lnSpc>
                <a:spcPct val="100000"/>
              </a:lnSpc>
              <a:spcBef>
                <a:spcPts val="0"/>
              </a:spcBef>
              <a:spcAft>
                <a:spcPts val="0"/>
              </a:spcAft>
              <a:buClr>
                <a:schemeClr val="accent1"/>
              </a:buClr>
              <a:buSzPts val="2800"/>
              <a:buFont typeface="Avenir"/>
              <a:buNone/>
              <a:defRPr b="1" i="0" sz="2800" u="none" cap="none" strike="noStrike">
                <a:solidFill>
                  <a:schemeClr val="accent1"/>
                </a:solidFill>
                <a:latin typeface="Avenir"/>
                <a:ea typeface="Avenir"/>
                <a:cs typeface="Avenir"/>
                <a:sym typeface="Avenir"/>
              </a:defRPr>
            </a:lvl5pPr>
            <a:lvl6pPr lvl="5" marR="0" rtl="0" algn="l">
              <a:lnSpc>
                <a:spcPct val="100000"/>
              </a:lnSpc>
              <a:spcBef>
                <a:spcPts val="0"/>
              </a:spcBef>
              <a:spcAft>
                <a:spcPts val="0"/>
              </a:spcAft>
              <a:buClr>
                <a:schemeClr val="accent1"/>
              </a:buClr>
              <a:buSzPts val="2800"/>
              <a:buFont typeface="Avenir"/>
              <a:buNone/>
              <a:defRPr b="1" i="0" sz="2800" u="none" cap="none" strike="noStrike">
                <a:solidFill>
                  <a:schemeClr val="accent1"/>
                </a:solidFill>
                <a:latin typeface="Avenir"/>
                <a:ea typeface="Avenir"/>
                <a:cs typeface="Avenir"/>
                <a:sym typeface="Avenir"/>
              </a:defRPr>
            </a:lvl6pPr>
            <a:lvl7pPr lvl="6" marR="0" rtl="0" algn="l">
              <a:lnSpc>
                <a:spcPct val="100000"/>
              </a:lnSpc>
              <a:spcBef>
                <a:spcPts val="0"/>
              </a:spcBef>
              <a:spcAft>
                <a:spcPts val="0"/>
              </a:spcAft>
              <a:buClr>
                <a:schemeClr val="accent1"/>
              </a:buClr>
              <a:buSzPts val="2800"/>
              <a:buFont typeface="Avenir"/>
              <a:buNone/>
              <a:defRPr b="1" i="0" sz="2800" u="none" cap="none" strike="noStrike">
                <a:solidFill>
                  <a:schemeClr val="accent1"/>
                </a:solidFill>
                <a:latin typeface="Avenir"/>
                <a:ea typeface="Avenir"/>
                <a:cs typeface="Avenir"/>
                <a:sym typeface="Avenir"/>
              </a:defRPr>
            </a:lvl7pPr>
            <a:lvl8pPr lvl="7" marR="0" rtl="0" algn="l">
              <a:lnSpc>
                <a:spcPct val="100000"/>
              </a:lnSpc>
              <a:spcBef>
                <a:spcPts val="0"/>
              </a:spcBef>
              <a:spcAft>
                <a:spcPts val="0"/>
              </a:spcAft>
              <a:buClr>
                <a:schemeClr val="accent1"/>
              </a:buClr>
              <a:buSzPts val="2800"/>
              <a:buFont typeface="Avenir"/>
              <a:buNone/>
              <a:defRPr b="1" i="0" sz="2800" u="none" cap="none" strike="noStrike">
                <a:solidFill>
                  <a:schemeClr val="accent1"/>
                </a:solidFill>
                <a:latin typeface="Avenir"/>
                <a:ea typeface="Avenir"/>
                <a:cs typeface="Avenir"/>
                <a:sym typeface="Avenir"/>
              </a:defRPr>
            </a:lvl8pPr>
            <a:lvl9pPr lvl="8" marR="0" rtl="0" algn="l">
              <a:lnSpc>
                <a:spcPct val="100000"/>
              </a:lnSpc>
              <a:spcBef>
                <a:spcPts val="0"/>
              </a:spcBef>
              <a:spcAft>
                <a:spcPts val="0"/>
              </a:spcAft>
              <a:buClr>
                <a:schemeClr val="accent1"/>
              </a:buClr>
              <a:buSzPts val="2800"/>
              <a:buFont typeface="Avenir"/>
              <a:buNone/>
              <a:defRPr b="1" i="0" sz="2800" u="none" cap="none" strike="noStrike">
                <a:solidFill>
                  <a:schemeClr val="accent1"/>
                </a:solidFill>
                <a:latin typeface="Avenir"/>
                <a:ea typeface="Avenir"/>
                <a:cs typeface="Avenir"/>
                <a:sym typeface="Avenir"/>
              </a:defRPr>
            </a:lvl9pPr>
          </a:lstStyle>
          <a:p/>
        </p:txBody>
      </p:sp>
      <p:sp>
        <p:nvSpPr>
          <p:cNvPr id="7" name="Google Shape;7;p53"/>
          <p:cNvSpPr txBox="1"/>
          <p:nvPr>
            <p:ph idx="1" type="body"/>
          </p:nvPr>
        </p:nvSpPr>
        <p:spPr>
          <a:xfrm>
            <a:off x="112500" y="778950"/>
            <a:ext cx="8908500" cy="3789900"/>
          </a:xfrm>
          <a:prstGeom prst="rect">
            <a:avLst/>
          </a:prstGeom>
          <a:noFill/>
          <a:ln>
            <a:noFill/>
          </a:ln>
        </p:spPr>
        <p:txBody>
          <a:bodyPr anchorCtr="0" anchor="t" bIns="91425" lIns="91425" spcFirstLastPara="1" rIns="91425" wrap="square" tIns="91425">
            <a:normAutofit/>
          </a:bodyPr>
          <a:lstStyle>
            <a:lvl1pPr indent="-355600" lvl="0" marL="457200" marR="0" rtl="0" algn="l">
              <a:lnSpc>
                <a:spcPct val="115000"/>
              </a:lnSpc>
              <a:spcBef>
                <a:spcPts val="0"/>
              </a:spcBef>
              <a:spcAft>
                <a:spcPts val="0"/>
              </a:spcAft>
              <a:buClr>
                <a:schemeClr val="dk1"/>
              </a:buClr>
              <a:buSzPts val="2000"/>
              <a:buFont typeface="Avenir"/>
              <a:buChar char="●"/>
              <a:defRPr b="0" i="0" sz="2000" u="none" cap="none" strike="noStrike">
                <a:solidFill>
                  <a:schemeClr val="dk1"/>
                </a:solidFill>
                <a:latin typeface="Avenir"/>
                <a:ea typeface="Avenir"/>
                <a:cs typeface="Avenir"/>
                <a:sym typeface="Avenir"/>
              </a:defRPr>
            </a:lvl1pPr>
            <a:lvl2pPr indent="-342900" lvl="1" marL="914400" marR="0" rtl="0" algn="l">
              <a:lnSpc>
                <a:spcPct val="115000"/>
              </a:lnSpc>
              <a:spcBef>
                <a:spcPts val="0"/>
              </a:spcBef>
              <a:spcAft>
                <a:spcPts val="0"/>
              </a:spcAft>
              <a:buClr>
                <a:schemeClr val="dk1"/>
              </a:buClr>
              <a:buSzPts val="1800"/>
              <a:buFont typeface="Avenir"/>
              <a:buChar char="○"/>
              <a:defRPr b="0" i="0" sz="1800" u="none" cap="none" strike="noStrike">
                <a:solidFill>
                  <a:schemeClr val="dk1"/>
                </a:solidFill>
                <a:latin typeface="Avenir"/>
                <a:ea typeface="Avenir"/>
                <a:cs typeface="Avenir"/>
                <a:sym typeface="Avenir"/>
              </a:defRPr>
            </a:lvl2pPr>
            <a:lvl3pPr indent="-330200" lvl="2" marL="1371600" marR="0" rtl="0" algn="l">
              <a:lnSpc>
                <a:spcPct val="115000"/>
              </a:lnSpc>
              <a:spcBef>
                <a:spcPts val="0"/>
              </a:spcBef>
              <a:spcAft>
                <a:spcPts val="0"/>
              </a:spcAft>
              <a:buClr>
                <a:schemeClr val="dk1"/>
              </a:buClr>
              <a:buSzPts val="1600"/>
              <a:buFont typeface="Avenir"/>
              <a:buChar char="■"/>
              <a:defRPr b="0" i="0" sz="1600" u="none" cap="none" strike="noStrike">
                <a:solidFill>
                  <a:schemeClr val="dk1"/>
                </a:solidFill>
                <a:latin typeface="Avenir"/>
                <a:ea typeface="Avenir"/>
                <a:cs typeface="Avenir"/>
                <a:sym typeface="Avenir"/>
              </a:defRPr>
            </a:lvl3pPr>
            <a:lvl4pPr indent="-317500" lvl="3" marL="1828800" marR="0" rtl="0" algn="l">
              <a:lnSpc>
                <a:spcPct val="115000"/>
              </a:lnSpc>
              <a:spcBef>
                <a:spcPts val="0"/>
              </a:spcBef>
              <a:spcAft>
                <a:spcPts val="0"/>
              </a:spcAft>
              <a:buClr>
                <a:schemeClr val="dk1"/>
              </a:buClr>
              <a:buSzPts val="1400"/>
              <a:buFont typeface="Avenir"/>
              <a:buChar char="●"/>
              <a:defRPr b="0" i="0" sz="1400" u="none" cap="none" strike="noStrike">
                <a:solidFill>
                  <a:schemeClr val="dk1"/>
                </a:solidFill>
                <a:latin typeface="Avenir"/>
                <a:ea typeface="Avenir"/>
                <a:cs typeface="Avenir"/>
                <a:sym typeface="Avenir"/>
              </a:defRPr>
            </a:lvl4pPr>
            <a:lvl5pPr indent="-317500" lvl="4" marL="2286000" marR="0" rtl="0" algn="l">
              <a:lnSpc>
                <a:spcPct val="115000"/>
              </a:lnSpc>
              <a:spcBef>
                <a:spcPts val="0"/>
              </a:spcBef>
              <a:spcAft>
                <a:spcPts val="0"/>
              </a:spcAft>
              <a:buClr>
                <a:schemeClr val="dk1"/>
              </a:buClr>
              <a:buSzPts val="1400"/>
              <a:buFont typeface="Avenir"/>
              <a:buChar char="○"/>
              <a:defRPr b="0" i="0" sz="1400" u="none" cap="none" strike="noStrike">
                <a:solidFill>
                  <a:schemeClr val="dk1"/>
                </a:solidFill>
                <a:latin typeface="Avenir"/>
                <a:ea typeface="Avenir"/>
                <a:cs typeface="Avenir"/>
                <a:sym typeface="Avenir"/>
              </a:defRPr>
            </a:lvl5pPr>
            <a:lvl6pPr indent="-317500" lvl="5" marL="2743200" marR="0" rtl="0" algn="l">
              <a:lnSpc>
                <a:spcPct val="115000"/>
              </a:lnSpc>
              <a:spcBef>
                <a:spcPts val="0"/>
              </a:spcBef>
              <a:spcAft>
                <a:spcPts val="0"/>
              </a:spcAft>
              <a:buClr>
                <a:schemeClr val="dk1"/>
              </a:buClr>
              <a:buSzPts val="1400"/>
              <a:buFont typeface="Avenir"/>
              <a:buChar char="■"/>
              <a:defRPr b="0" i="0" sz="1400" u="none" cap="none" strike="noStrike">
                <a:solidFill>
                  <a:schemeClr val="dk1"/>
                </a:solidFill>
                <a:latin typeface="Avenir"/>
                <a:ea typeface="Avenir"/>
                <a:cs typeface="Avenir"/>
                <a:sym typeface="Avenir"/>
              </a:defRPr>
            </a:lvl6pPr>
            <a:lvl7pPr indent="-317500" lvl="6" marL="3200400" marR="0" rtl="0" algn="l">
              <a:lnSpc>
                <a:spcPct val="115000"/>
              </a:lnSpc>
              <a:spcBef>
                <a:spcPts val="0"/>
              </a:spcBef>
              <a:spcAft>
                <a:spcPts val="0"/>
              </a:spcAft>
              <a:buClr>
                <a:schemeClr val="dk1"/>
              </a:buClr>
              <a:buSzPts val="1400"/>
              <a:buFont typeface="Avenir"/>
              <a:buChar char="●"/>
              <a:defRPr b="0" i="0" sz="1400" u="none" cap="none" strike="noStrike">
                <a:solidFill>
                  <a:schemeClr val="dk1"/>
                </a:solidFill>
                <a:latin typeface="Avenir"/>
                <a:ea typeface="Avenir"/>
                <a:cs typeface="Avenir"/>
                <a:sym typeface="Avenir"/>
              </a:defRPr>
            </a:lvl7pPr>
            <a:lvl8pPr indent="-317500" lvl="7" marL="3657600" marR="0" rtl="0" algn="l">
              <a:lnSpc>
                <a:spcPct val="115000"/>
              </a:lnSpc>
              <a:spcBef>
                <a:spcPts val="0"/>
              </a:spcBef>
              <a:spcAft>
                <a:spcPts val="0"/>
              </a:spcAft>
              <a:buClr>
                <a:schemeClr val="dk1"/>
              </a:buClr>
              <a:buSzPts val="1400"/>
              <a:buFont typeface="Avenir"/>
              <a:buChar char="○"/>
              <a:defRPr b="0" i="0" sz="1400" u="none" cap="none" strike="noStrike">
                <a:solidFill>
                  <a:schemeClr val="dk1"/>
                </a:solidFill>
                <a:latin typeface="Avenir"/>
                <a:ea typeface="Avenir"/>
                <a:cs typeface="Avenir"/>
                <a:sym typeface="Avenir"/>
              </a:defRPr>
            </a:lvl8pPr>
            <a:lvl9pPr indent="-317500" lvl="8" marL="4114800" marR="0" rtl="0" algn="l">
              <a:lnSpc>
                <a:spcPct val="115000"/>
              </a:lnSpc>
              <a:spcBef>
                <a:spcPts val="0"/>
              </a:spcBef>
              <a:spcAft>
                <a:spcPts val="0"/>
              </a:spcAft>
              <a:buClr>
                <a:schemeClr val="dk1"/>
              </a:buClr>
              <a:buSzPts val="1400"/>
              <a:buFont typeface="Avenir"/>
              <a:buChar char="■"/>
              <a:defRPr b="0" i="0" sz="1400" u="none" cap="none" strike="noStrike">
                <a:solidFill>
                  <a:schemeClr val="dk1"/>
                </a:solidFill>
                <a:latin typeface="Avenir"/>
                <a:ea typeface="Avenir"/>
                <a:cs typeface="Avenir"/>
                <a:sym typeface="Avenir"/>
              </a:defRPr>
            </a:lvl9pPr>
          </a:lstStyle>
          <a:p/>
        </p:txBody>
      </p:sp>
      <p:sp>
        <p:nvSpPr>
          <p:cNvPr id="8" name="Google Shape;8;p5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9" name="Google Shape;9;p53"/>
          <p:cNvPicPr preferRelativeResize="0"/>
          <p:nvPr/>
        </p:nvPicPr>
        <p:blipFill rotWithShape="1">
          <a:blip r:embed="rId1">
            <a:alphaModFix/>
          </a:blip>
          <a:srcRect b="0" l="0" r="0" t="0"/>
          <a:stretch/>
        </p:blipFill>
        <p:spPr>
          <a:xfrm>
            <a:off x="8499850" y="4499350"/>
            <a:ext cx="567950" cy="56795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mc:AlternateContent>
    <mc:Choice Requires="p14">
      <p:transition p14:dur="200">
        <p:fade/>
      </p:transition>
    </mc:Choice>
    <mc:Fallback>
      <p:transition>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xml"/><Relationship Id="rId3" Type="http://schemas.openxmlformats.org/officeDocument/2006/relationships/comments" Target="../comments/commen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marR="0" rtl="0" algn="ctr">
              <a:lnSpc>
                <a:spcPct val="100000"/>
              </a:lnSpc>
              <a:spcBef>
                <a:spcPts val="0"/>
              </a:spcBef>
              <a:spcAft>
                <a:spcPts val="0"/>
              </a:spcAft>
              <a:buSzPts val="5200"/>
              <a:buNone/>
            </a:pPr>
            <a:r>
              <a:rPr lang="en"/>
              <a:t>Storytelling Activity</a:t>
            </a:r>
            <a:endParaRPr/>
          </a:p>
        </p:txBody>
      </p:sp>
      <p:sp>
        <p:nvSpPr>
          <p:cNvPr id="113" name="Google Shape;113;p1"/>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800"/>
              <a:buNone/>
            </a:pPr>
            <a:r>
              <a:rPr lang="en"/>
              <a:t>Becoming a Better Communicator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6"/>
          <p:cNvSpPr txBox="1"/>
          <p:nvPr>
            <p:ph type="title"/>
          </p:nvPr>
        </p:nvSpPr>
        <p:spPr>
          <a:xfrm>
            <a:off x="112500" y="103550"/>
            <a:ext cx="8520600" cy="572700"/>
          </a:xfrm>
          <a:prstGeom prst="rect">
            <a:avLst/>
          </a:prstGeom>
          <a:noFill/>
          <a:ln>
            <a:noFill/>
          </a:ln>
        </p:spPr>
        <p:txBody>
          <a:bodyPr anchorCtr="0" anchor="ctr" bIns="91425" lIns="91425" spcFirstLastPara="1" rIns="91425" wrap="square" tIns="91425">
            <a:normAutofit fontScale="90000"/>
          </a:bodyPr>
          <a:lstStyle/>
          <a:p>
            <a:pPr indent="0" lvl="0" marL="0" rtl="0" algn="l">
              <a:lnSpc>
                <a:spcPct val="100000"/>
              </a:lnSpc>
              <a:spcBef>
                <a:spcPts val="0"/>
              </a:spcBef>
              <a:spcAft>
                <a:spcPts val="0"/>
              </a:spcAft>
              <a:buSzPct val="198412"/>
              <a:buNone/>
            </a:pPr>
            <a:r>
              <a:rPr lang="en"/>
              <a:t>The Process: </a:t>
            </a:r>
            <a:r>
              <a:rPr lang="en"/>
              <a:t>Part 1 - Intros</a:t>
            </a:r>
            <a:endParaRPr/>
          </a:p>
        </p:txBody>
      </p:sp>
      <p:sp>
        <p:nvSpPr>
          <p:cNvPr id="119" name="Google Shape;119;p26"/>
          <p:cNvSpPr txBox="1"/>
          <p:nvPr>
            <p:ph idx="1" type="body"/>
          </p:nvPr>
        </p:nvSpPr>
        <p:spPr>
          <a:xfrm>
            <a:off x="112500" y="778950"/>
            <a:ext cx="8908500" cy="42780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i="1" lang="en" sz="1400"/>
              <a:t>We’ll be utilizing a Storytelling Strategy that reinforces patience and active listening. </a:t>
            </a:r>
            <a:endParaRPr b="1" sz="1400" u="sng">
              <a:latin typeface="Montserrat"/>
              <a:ea typeface="Montserrat"/>
              <a:cs typeface="Montserrat"/>
              <a:sym typeface="Montserrat"/>
            </a:endParaRPr>
          </a:p>
          <a:p>
            <a:pPr indent="0" lvl="0" marL="0" rtl="0" algn="l">
              <a:lnSpc>
                <a:spcPct val="100000"/>
              </a:lnSpc>
              <a:spcBef>
                <a:spcPts val="0"/>
              </a:spcBef>
              <a:spcAft>
                <a:spcPts val="0"/>
              </a:spcAft>
              <a:buNone/>
            </a:pPr>
            <a:r>
              <a:t/>
            </a:r>
            <a:endParaRPr b="1" sz="1400">
              <a:latin typeface="Montserrat"/>
              <a:ea typeface="Montserrat"/>
              <a:cs typeface="Montserrat"/>
              <a:sym typeface="Montserrat"/>
            </a:endParaRPr>
          </a:p>
          <a:p>
            <a:pPr indent="-330200" lvl="0" marL="457200" rtl="0" algn="l">
              <a:lnSpc>
                <a:spcPct val="100000"/>
              </a:lnSpc>
              <a:spcBef>
                <a:spcPts val="0"/>
              </a:spcBef>
              <a:spcAft>
                <a:spcPts val="0"/>
              </a:spcAft>
              <a:buSzPts val="1600"/>
              <a:buAutoNum type="arabicPeriod"/>
            </a:pPr>
            <a:r>
              <a:rPr lang="en" sz="1600"/>
              <a:t>Break into groups of 3-5 and sit in a circle facing one another. Volunteer a Timekeeper who will use a stopwatch to keep time.</a:t>
            </a:r>
            <a:endParaRPr sz="1600"/>
          </a:p>
          <a:p>
            <a:pPr indent="0" lvl="0" marL="0" rtl="0" algn="l">
              <a:lnSpc>
                <a:spcPct val="100000"/>
              </a:lnSpc>
              <a:spcBef>
                <a:spcPts val="0"/>
              </a:spcBef>
              <a:spcAft>
                <a:spcPts val="0"/>
              </a:spcAft>
              <a:buNone/>
            </a:pPr>
            <a:r>
              <a:t/>
            </a:r>
            <a:endParaRPr sz="1600"/>
          </a:p>
          <a:p>
            <a:pPr indent="-330200" lvl="0" marL="457200" rtl="0" algn="l">
              <a:lnSpc>
                <a:spcPct val="100000"/>
              </a:lnSpc>
              <a:spcBef>
                <a:spcPts val="0"/>
              </a:spcBef>
              <a:spcAft>
                <a:spcPts val="0"/>
              </a:spcAft>
              <a:buSzPts val="1600"/>
              <a:buAutoNum type="arabicPeriod"/>
            </a:pPr>
            <a:r>
              <a:rPr lang="en" sz="1600"/>
              <a:t>Each person is given 60 seconds to introduce themselves along with a quick answer to the prompt: “What is a hobby that you practice or would like to learn?” </a:t>
            </a:r>
            <a:endParaRPr sz="1600"/>
          </a:p>
          <a:p>
            <a:pPr indent="0" lvl="0" marL="0" rtl="0" algn="l">
              <a:lnSpc>
                <a:spcPct val="100000"/>
              </a:lnSpc>
              <a:spcBef>
                <a:spcPts val="0"/>
              </a:spcBef>
              <a:spcAft>
                <a:spcPts val="0"/>
              </a:spcAft>
              <a:buNone/>
            </a:pPr>
            <a:r>
              <a:t/>
            </a:r>
            <a:endParaRPr sz="1600"/>
          </a:p>
          <a:p>
            <a:pPr indent="-330200" lvl="0" marL="457200" rtl="0" algn="l">
              <a:lnSpc>
                <a:spcPct val="100000"/>
              </a:lnSpc>
              <a:spcBef>
                <a:spcPts val="0"/>
              </a:spcBef>
              <a:spcAft>
                <a:spcPts val="0"/>
              </a:spcAft>
              <a:buSzPts val="1600"/>
              <a:buAutoNum type="arabicPeriod"/>
            </a:pPr>
            <a:r>
              <a:rPr lang="en" sz="1600"/>
              <a:t>After everyone has gone around the circle, then the real process begins.</a:t>
            </a:r>
            <a:endParaRPr sz="16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g273f3ae0226_0_6"/>
          <p:cNvSpPr txBox="1"/>
          <p:nvPr>
            <p:ph type="title"/>
          </p:nvPr>
        </p:nvSpPr>
        <p:spPr>
          <a:xfrm>
            <a:off x="112500" y="103550"/>
            <a:ext cx="8520600" cy="572700"/>
          </a:xfrm>
          <a:prstGeom prst="rect">
            <a:avLst/>
          </a:prstGeom>
          <a:noFill/>
          <a:ln>
            <a:noFill/>
          </a:ln>
        </p:spPr>
        <p:txBody>
          <a:bodyPr anchorCtr="0" anchor="ctr" bIns="91425" lIns="91425" spcFirstLastPara="1" rIns="91425" wrap="square" tIns="91425">
            <a:normAutofit fontScale="90000"/>
          </a:bodyPr>
          <a:lstStyle/>
          <a:p>
            <a:pPr indent="0" lvl="0" marL="0" rtl="0" algn="l">
              <a:lnSpc>
                <a:spcPct val="100000"/>
              </a:lnSpc>
              <a:spcBef>
                <a:spcPts val="0"/>
              </a:spcBef>
              <a:spcAft>
                <a:spcPts val="0"/>
              </a:spcAft>
              <a:buSzPct val="198412"/>
              <a:buNone/>
            </a:pPr>
            <a:r>
              <a:rPr lang="en"/>
              <a:t>The Process: </a:t>
            </a:r>
            <a:r>
              <a:rPr lang="en"/>
              <a:t>Part 2 - Storytelling</a:t>
            </a:r>
            <a:endParaRPr/>
          </a:p>
        </p:txBody>
      </p:sp>
      <p:sp>
        <p:nvSpPr>
          <p:cNvPr id="125" name="Google Shape;125;g273f3ae0226_0_6"/>
          <p:cNvSpPr txBox="1"/>
          <p:nvPr>
            <p:ph idx="1" type="body"/>
          </p:nvPr>
        </p:nvSpPr>
        <p:spPr>
          <a:xfrm>
            <a:off x="112500" y="778950"/>
            <a:ext cx="8908500" cy="4278000"/>
          </a:xfrm>
          <a:prstGeom prst="rect">
            <a:avLst/>
          </a:prstGeom>
        </p:spPr>
        <p:txBody>
          <a:bodyPr anchorCtr="0" anchor="t" bIns="91425" lIns="91425" spcFirstLastPara="1" rIns="91425" wrap="square" tIns="91425">
            <a:normAutofit/>
          </a:bodyPr>
          <a:lstStyle/>
          <a:p>
            <a:pPr indent="-317500" lvl="0" marL="457200" rtl="0" algn="l">
              <a:lnSpc>
                <a:spcPct val="100000"/>
              </a:lnSpc>
              <a:spcBef>
                <a:spcPts val="0"/>
              </a:spcBef>
              <a:spcAft>
                <a:spcPts val="0"/>
              </a:spcAft>
              <a:buSzPts val="1400"/>
              <a:buAutoNum type="arabicPeriod"/>
            </a:pPr>
            <a:r>
              <a:rPr lang="en" sz="1400"/>
              <a:t>Your team will </a:t>
            </a:r>
            <a:r>
              <a:rPr b="1" lang="en" sz="1400">
                <a:latin typeface="Montserrat"/>
                <a:ea typeface="Montserrat"/>
                <a:cs typeface="Montserrat"/>
                <a:sym typeface="Montserrat"/>
              </a:rPr>
              <a:t>agree on a prompts to answer (will be provided later):</a:t>
            </a:r>
            <a:endParaRPr b="1" sz="1400">
              <a:latin typeface="Montserrat"/>
              <a:ea typeface="Montserrat"/>
              <a:cs typeface="Montserrat"/>
              <a:sym typeface="Montserrat"/>
            </a:endParaRPr>
          </a:p>
          <a:p>
            <a:pPr indent="0" lvl="0" marL="0" rtl="0" algn="l">
              <a:lnSpc>
                <a:spcPct val="100000"/>
              </a:lnSpc>
              <a:spcBef>
                <a:spcPts val="0"/>
              </a:spcBef>
              <a:spcAft>
                <a:spcPts val="0"/>
              </a:spcAft>
              <a:buNone/>
            </a:pPr>
            <a:r>
              <a:t/>
            </a:r>
            <a:endParaRPr b="1" sz="1400">
              <a:latin typeface="Montserrat"/>
              <a:ea typeface="Montserrat"/>
              <a:cs typeface="Montserrat"/>
              <a:sym typeface="Montserrat"/>
            </a:endParaRPr>
          </a:p>
          <a:p>
            <a:pPr indent="-317500" lvl="0" marL="457200" rtl="0" algn="l">
              <a:lnSpc>
                <a:spcPct val="100000"/>
              </a:lnSpc>
              <a:spcBef>
                <a:spcPts val="0"/>
              </a:spcBef>
              <a:spcAft>
                <a:spcPts val="0"/>
              </a:spcAft>
              <a:buSzPts val="1400"/>
              <a:buAutoNum type="arabicPeriod"/>
            </a:pPr>
            <a:r>
              <a:rPr lang="en" sz="1400"/>
              <a:t>The Time Keeper will repeat these rules. </a:t>
            </a:r>
            <a:endParaRPr sz="1400"/>
          </a:p>
          <a:p>
            <a:pPr indent="-317500" lvl="1" marL="914400" rtl="0" algn="l">
              <a:lnSpc>
                <a:spcPct val="100000"/>
              </a:lnSpc>
              <a:spcBef>
                <a:spcPts val="0"/>
              </a:spcBef>
              <a:spcAft>
                <a:spcPts val="0"/>
              </a:spcAft>
              <a:buSzPts val="1400"/>
              <a:buAutoNum type="alphaLcPeriod"/>
            </a:pPr>
            <a:r>
              <a:rPr lang="en" sz="1400"/>
              <a:t>Every person is given </a:t>
            </a:r>
            <a:r>
              <a:rPr b="1" lang="en" sz="1400">
                <a:latin typeface="Montserrat"/>
                <a:ea typeface="Montserrat"/>
                <a:cs typeface="Montserrat"/>
                <a:sym typeface="Montserrat"/>
              </a:rPr>
              <a:t>two minutes TOTAL</a:t>
            </a:r>
            <a:r>
              <a:rPr lang="en" sz="1400"/>
              <a:t> to tell their story based on the prompt (given after the directions have been shared). </a:t>
            </a:r>
            <a:endParaRPr sz="1400"/>
          </a:p>
          <a:p>
            <a:pPr indent="-317500" lvl="1" marL="914400" rtl="0" algn="l">
              <a:lnSpc>
                <a:spcPct val="100000"/>
              </a:lnSpc>
              <a:spcBef>
                <a:spcPts val="0"/>
              </a:spcBef>
              <a:spcAft>
                <a:spcPts val="0"/>
              </a:spcAft>
              <a:buSzPts val="1400"/>
              <a:buAutoNum type="alphaLcPeriod"/>
            </a:pPr>
            <a:r>
              <a:rPr lang="en" sz="1400"/>
              <a:t>If a person does not use their full two minutes, then the rest of the group must sit in silence. Sometimes a moment of still space will inspire the speaker to dive deeper into their reflection. Those two minutes belong to them and no one else. </a:t>
            </a:r>
            <a:endParaRPr sz="1400"/>
          </a:p>
          <a:p>
            <a:pPr indent="-317500" lvl="1" marL="914400" rtl="0" algn="l">
              <a:lnSpc>
                <a:spcPct val="100000"/>
              </a:lnSpc>
              <a:spcBef>
                <a:spcPts val="0"/>
              </a:spcBef>
              <a:spcAft>
                <a:spcPts val="0"/>
              </a:spcAft>
              <a:buSzPts val="1400"/>
              <a:buAutoNum type="alphaLcPeriod"/>
            </a:pPr>
            <a:r>
              <a:rPr lang="en" sz="1400"/>
              <a:t>The Timekeeper will announce when there are 15 seconds left and then it will be the next Storyteller’s turn.</a:t>
            </a:r>
            <a:endParaRPr sz="1400"/>
          </a:p>
          <a:p>
            <a:pPr indent="0" lvl="0" marL="0" rtl="0" algn="l">
              <a:lnSpc>
                <a:spcPct val="100000"/>
              </a:lnSpc>
              <a:spcBef>
                <a:spcPts val="0"/>
              </a:spcBef>
              <a:spcAft>
                <a:spcPts val="0"/>
              </a:spcAft>
              <a:buNone/>
            </a:pPr>
            <a:r>
              <a:t/>
            </a:r>
            <a:endParaRPr sz="1400"/>
          </a:p>
          <a:p>
            <a:pPr indent="-317500" lvl="0" marL="457200" rtl="0" algn="l">
              <a:lnSpc>
                <a:spcPct val="100000"/>
              </a:lnSpc>
              <a:spcBef>
                <a:spcPts val="0"/>
              </a:spcBef>
              <a:spcAft>
                <a:spcPts val="0"/>
              </a:spcAft>
              <a:buSzPts val="1400"/>
              <a:buAutoNum type="arabicPeriod"/>
            </a:pPr>
            <a:r>
              <a:rPr lang="en" sz="1400"/>
              <a:t>The Timekeeper will </a:t>
            </a:r>
            <a:r>
              <a:rPr b="1" lang="en" sz="1400">
                <a:latin typeface="Montserrat"/>
                <a:ea typeface="Montserrat"/>
                <a:cs typeface="Montserrat"/>
                <a:sym typeface="Montserrat"/>
              </a:rPr>
              <a:t>give everyone 2 minutes</a:t>
            </a:r>
            <a:r>
              <a:rPr lang="en" sz="1400"/>
              <a:t> to think of a story that best answers the prompt.</a:t>
            </a:r>
            <a:endParaRPr sz="1400"/>
          </a:p>
          <a:p>
            <a:pPr indent="0" lvl="0" marL="0" rtl="0" algn="l">
              <a:lnSpc>
                <a:spcPct val="100000"/>
              </a:lnSpc>
              <a:spcBef>
                <a:spcPts val="0"/>
              </a:spcBef>
              <a:spcAft>
                <a:spcPts val="0"/>
              </a:spcAft>
              <a:buNone/>
            </a:pPr>
            <a:r>
              <a:t/>
            </a:r>
            <a:endParaRPr sz="1400"/>
          </a:p>
          <a:p>
            <a:pPr indent="-317500" lvl="0" marL="457200" rtl="0" algn="l">
              <a:lnSpc>
                <a:spcPct val="100000"/>
              </a:lnSpc>
              <a:spcBef>
                <a:spcPts val="0"/>
              </a:spcBef>
              <a:spcAft>
                <a:spcPts val="0"/>
              </a:spcAft>
              <a:buSzPts val="1400"/>
              <a:buAutoNum type="arabicPeriod"/>
            </a:pPr>
            <a:r>
              <a:rPr lang="en" sz="1400"/>
              <a:t>The point is for everyone to find </a:t>
            </a:r>
            <a:r>
              <a:rPr lang="en" sz="1400" u="sng"/>
              <a:t>A</a:t>
            </a:r>
            <a:r>
              <a:rPr lang="en" sz="1400"/>
              <a:t> story, not </a:t>
            </a:r>
            <a:r>
              <a:rPr lang="en" sz="1400" u="sng"/>
              <a:t>THE</a:t>
            </a:r>
            <a:r>
              <a:rPr lang="en" sz="1400"/>
              <a:t> story.</a:t>
            </a:r>
            <a:endParaRPr sz="14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g273f3ae0226_0_11"/>
          <p:cNvSpPr txBox="1"/>
          <p:nvPr>
            <p:ph type="title"/>
          </p:nvPr>
        </p:nvSpPr>
        <p:spPr>
          <a:xfrm>
            <a:off x="112500" y="103550"/>
            <a:ext cx="8520600" cy="572700"/>
          </a:xfrm>
          <a:prstGeom prst="rect">
            <a:avLst/>
          </a:prstGeom>
          <a:noFill/>
          <a:ln>
            <a:noFill/>
          </a:ln>
        </p:spPr>
        <p:txBody>
          <a:bodyPr anchorCtr="0" anchor="ctr" bIns="91425" lIns="91425" spcFirstLastPara="1" rIns="91425" wrap="square" tIns="91425">
            <a:normAutofit fontScale="90000"/>
          </a:bodyPr>
          <a:lstStyle/>
          <a:p>
            <a:pPr indent="0" lvl="0" marL="0" rtl="0" algn="l">
              <a:lnSpc>
                <a:spcPct val="100000"/>
              </a:lnSpc>
              <a:spcBef>
                <a:spcPts val="0"/>
              </a:spcBef>
              <a:spcAft>
                <a:spcPts val="0"/>
              </a:spcAft>
              <a:buSzPct val="198412"/>
              <a:buNone/>
            </a:pPr>
            <a:r>
              <a:rPr lang="en"/>
              <a:t>The Process: Part 3 - Reflection</a:t>
            </a:r>
            <a:endParaRPr/>
          </a:p>
        </p:txBody>
      </p:sp>
      <p:sp>
        <p:nvSpPr>
          <p:cNvPr id="131" name="Google Shape;131;g273f3ae0226_0_11"/>
          <p:cNvSpPr txBox="1"/>
          <p:nvPr>
            <p:ph idx="1" type="body"/>
          </p:nvPr>
        </p:nvSpPr>
        <p:spPr>
          <a:xfrm>
            <a:off x="112500" y="778950"/>
            <a:ext cx="8908500" cy="4278000"/>
          </a:xfrm>
          <a:prstGeom prst="rect">
            <a:avLst/>
          </a:prstGeom>
        </p:spPr>
        <p:txBody>
          <a:bodyPr anchorCtr="0" anchor="t" bIns="91425" lIns="91425" spcFirstLastPara="1" rIns="91425" wrap="square" tIns="91425">
            <a:normAutofit/>
          </a:bodyPr>
          <a:lstStyle/>
          <a:p>
            <a:pPr indent="-330200" lvl="0" marL="457200" rtl="0" algn="l">
              <a:lnSpc>
                <a:spcPct val="100000"/>
              </a:lnSpc>
              <a:spcBef>
                <a:spcPts val="0"/>
              </a:spcBef>
              <a:spcAft>
                <a:spcPts val="0"/>
              </a:spcAft>
              <a:buSzPts val="1600"/>
              <a:buAutoNum type="arabicPeriod"/>
            </a:pPr>
            <a:r>
              <a:rPr lang="en" sz="1400">
                <a:latin typeface="Lato"/>
                <a:ea typeface="Lato"/>
                <a:cs typeface="Lato"/>
                <a:sym typeface="Lato"/>
              </a:rPr>
              <a:t>After everyone has told their story, this is where the active listening portion comes in. Each person has </a:t>
            </a:r>
            <a:r>
              <a:rPr b="1" lang="en" sz="1400">
                <a:latin typeface="Montserrat"/>
                <a:ea typeface="Montserrat"/>
                <a:cs typeface="Montserrat"/>
                <a:sym typeface="Montserrat"/>
              </a:rPr>
              <a:t>two minutes TOTAL</a:t>
            </a:r>
            <a:r>
              <a:rPr lang="en" sz="1400">
                <a:latin typeface="Lato"/>
                <a:ea typeface="Lato"/>
                <a:cs typeface="Lato"/>
                <a:sym typeface="Lato"/>
              </a:rPr>
              <a:t> to comment or reflect on each story in the circle. </a:t>
            </a:r>
            <a:endParaRPr sz="1400">
              <a:latin typeface="Lato"/>
              <a:ea typeface="Lato"/>
              <a:cs typeface="Lato"/>
              <a:sym typeface="Lato"/>
            </a:endParaRPr>
          </a:p>
          <a:p>
            <a:pPr indent="-330200" lvl="1" marL="914400" rtl="0" algn="l">
              <a:lnSpc>
                <a:spcPct val="100000"/>
              </a:lnSpc>
              <a:spcBef>
                <a:spcPts val="0"/>
              </a:spcBef>
              <a:spcAft>
                <a:spcPts val="0"/>
              </a:spcAft>
              <a:buSzPts val="1600"/>
              <a:buAutoNum type="alphaLcPeriod"/>
            </a:pPr>
            <a:r>
              <a:rPr lang="en" sz="1400">
                <a:latin typeface="Lato"/>
                <a:ea typeface="Lato"/>
                <a:cs typeface="Lato"/>
                <a:sym typeface="Lato"/>
              </a:rPr>
              <a:t>This allows each Storyteller an opportunity to walk away with additional insight, support, or an alternative perspective on their story.</a:t>
            </a:r>
            <a:endParaRPr sz="1400">
              <a:latin typeface="Lato"/>
              <a:ea typeface="Lato"/>
              <a:cs typeface="Lato"/>
              <a:sym typeface="Lato"/>
            </a:endParaRPr>
          </a:p>
          <a:p>
            <a:pPr indent="-330200" lvl="0" marL="457200" rtl="0" algn="l">
              <a:lnSpc>
                <a:spcPct val="100000"/>
              </a:lnSpc>
              <a:spcBef>
                <a:spcPts val="0"/>
              </a:spcBef>
              <a:spcAft>
                <a:spcPts val="0"/>
              </a:spcAft>
              <a:buSzPts val="1600"/>
              <a:buAutoNum type="arabicPeriod"/>
            </a:pPr>
            <a:r>
              <a:rPr lang="en" sz="1400">
                <a:latin typeface="Lato"/>
                <a:ea typeface="Lato"/>
                <a:cs typeface="Lato"/>
                <a:sym typeface="Lato"/>
              </a:rPr>
              <a:t>The final step has the Time Keeper ask the circle how they felt about the process. “Is there anything you would like to say about this process or what just happened here? Good or Bad?” </a:t>
            </a:r>
            <a:endParaRPr sz="16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g273f3ae0226_0_31"/>
          <p:cNvSpPr txBox="1"/>
          <p:nvPr>
            <p:ph type="title"/>
          </p:nvPr>
        </p:nvSpPr>
        <p:spPr>
          <a:xfrm>
            <a:off x="146000" y="1233175"/>
            <a:ext cx="4045200" cy="14823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Part 1</a:t>
            </a:r>
            <a:endParaRPr/>
          </a:p>
        </p:txBody>
      </p:sp>
      <p:sp>
        <p:nvSpPr>
          <p:cNvPr id="137" name="Google Shape;137;g273f3ae0226_0_31"/>
          <p:cNvSpPr txBox="1"/>
          <p:nvPr>
            <p:ph idx="1" type="subTitle"/>
          </p:nvPr>
        </p:nvSpPr>
        <p:spPr>
          <a:xfrm>
            <a:off x="146000" y="2803075"/>
            <a:ext cx="4045200" cy="12351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1 minute introductions</a:t>
            </a:r>
            <a:endParaRPr/>
          </a:p>
        </p:txBody>
      </p:sp>
      <p:sp>
        <p:nvSpPr>
          <p:cNvPr id="138" name="Google Shape;138;g273f3ae0226_0_31"/>
          <p:cNvSpPr txBox="1"/>
          <p:nvPr>
            <p:ph idx="3" type="subTitle"/>
          </p:nvPr>
        </p:nvSpPr>
        <p:spPr>
          <a:xfrm>
            <a:off x="5032850" y="984925"/>
            <a:ext cx="4045200" cy="3053400"/>
          </a:xfrm>
          <a:prstGeom prst="rect">
            <a:avLst/>
          </a:prstGeom>
        </p:spPr>
        <p:txBody>
          <a:bodyPr anchorCtr="0" anchor="t" bIns="91425" lIns="91425" spcFirstLastPara="1" rIns="91425" wrap="square" tIns="91425">
            <a:noAutofit/>
          </a:bodyPr>
          <a:lstStyle/>
          <a:p>
            <a:pPr indent="-330200" lvl="0" marL="457200" rtl="0" algn="l">
              <a:lnSpc>
                <a:spcPct val="80000"/>
              </a:lnSpc>
              <a:spcBef>
                <a:spcPts val="0"/>
              </a:spcBef>
              <a:spcAft>
                <a:spcPts val="0"/>
              </a:spcAft>
              <a:buSzPts val="1600"/>
              <a:buAutoNum type="arabicPeriod"/>
            </a:pPr>
            <a:r>
              <a:rPr lang="en" sz="1600"/>
              <a:t>Each person is given 60 seconds to introduce themselves along with a quick answer to the prompt: </a:t>
            </a:r>
            <a:r>
              <a:rPr b="1" lang="en" sz="1600">
                <a:latin typeface="Montserrat"/>
                <a:ea typeface="Montserrat"/>
                <a:cs typeface="Montserrat"/>
                <a:sym typeface="Montserrat"/>
              </a:rPr>
              <a:t>“What is a hobby that you practice or would like to learn?”</a:t>
            </a:r>
            <a:endParaRPr b="1" sz="1600">
              <a:latin typeface="Montserrat"/>
              <a:ea typeface="Montserrat"/>
              <a:cs typeface="Montserrat"/>
              <a:sym typeface="Montserrat"/>
            </a:endParaRPr>
          </a:p>
          <a:p>
            <a:pPr indent="0" lvl="0" marL="0" rtl="0" algn="l">
              <a:lnSpc>
                <a:spcPct val="80000"/>
              </a:lnSpc>
              <a:spcBef>
                <a:spcPts val="0"/>
              </a:spcBef>
              <a:spcAft>
                <a:spcPts val="0"/>
              </a:spcAft>
              <a:buNone/>
            </a:pPr>
            <a:r>
              <a:t/>
            </a:r>
            <a:endParaRPr sz="1600"/>
          </a:p>
          <a:p>
            <a:pPr indent="-330200" lvl="0" marL="457200" rtl="0" algn="l">
              <a:lnSpc>
                <a:spcPct val="80000"/>
              </a:lnSpc>
              <a:spcBef>
                <a:spcPts val="0"/>
              </a:spcBef>
              <a:spcAft>
                <a:spcPts val="0"/>
              </a:spcAft>
              <a:buSzPts val="1600"/>
              <a:buAutoNum type="arabicPeriod"/>
            </a:pPr>
            <a:r>
              <a:rPr lang="en" sz="1600"/>
              <a:t>Timekeepers will raise their hands when their group has finished</a:t>
            </a:r>
            <a:endParaRPr sz="1600"/>
          </a:p>
          <a:p>
            <a:pPr indent="0" lvl="0" marL="0" rtl="0" algn="l">
              <a:lnSpc>
                <a:spcPct val="80000"/>
              </a:lnSpc>
              <a:spcBef>
                <a:spcPts val="0"/>
              </a:spcBef>
              <a:spcAft>
                <a:spcPts val="0"/>
              </a:spcAft>
              <a:buNone/>
            </a:pPr>
            <a:r>
              <a:t/>
            </a:r>
            <a:endParaRPr sz="1600"/>
          </a:p>
          <a:p>
            <a:pPr indent="-330200" lvl="0" marL="457200" rtl="0" algn="l">
              <a:lnSpc>
                <a:spcPct val="80000"/>
              </a:lnSpc>
              <a:spcBef>
                <a:spcPts val="0"/>
              </a:spcBef>
              <a:spcAft>
                <a:spcPts val="0"/>
              </a:spcAft>
              <a:buSzPts val="1600"/>
              <a:buAutoNum type="arabicPeriod"/>
            </a:pPr>
            <a:r>
              <a:rPr lang="en" sz="1600"/>
              <a:t>You may begin.</a:t>
            </a:r>
            <a:endParaRPr sz="16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g273f3ae0226_0_39"/>
          <p:cNvSpPr txBox="1"/>
          <p:nvPr>
            <p:ph type="title"/>
          </p:nvPr>
        </p:nvSpPr>
        <p:spPr>
          <a:xfrm>
            <a:off x="146000" y="1233175"/>
            <a:ext cx="4045200" cy="14823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Part 2</a:t>
            </a:r>
            <a:endParaRPr/>
          </a:p>
        </p:txBody>
      </p:sp>
      <p:sp>
        <p:nvSpPr>
          <p:cNvPr id="144" name="Google Shape;144;g273f3ae0226_0_39"/>
          <p:cNvSpPr txBox="1"/>
          <p:nvPr>
            <p:ph idx="1" type="subTitle"/>
          </p:nvPr>
        </p:nvSpPr>
        <p:spPr>
          <a:xfrm>
            <a:off x="146000" y="2803075"/>
            <a:ext cx="4045200" cy="12351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2</a:t>
            </a:r>
            <a:r>
              <a:rPr lang="en"/>
              <a:t> minute stories</a:t>
            </a:r>
            <a:endParaRPr/>
          </a:p>
        </p:txBody>
      </p:sp>
      <p:sp>
        <p:nvSpPr>
          <p:cNvPr id="145" name="Google Shape;145;g273f3ae0226_0_39"/>
          <p:cNvSpPr txBox="1"/>
          <p:nvPr>
            <p:ph idx="3" type="subTitle"/>
          </p:nvPr>
        </p:nvSpPr>
        <p:spPr>
          <a:xfrm>
            <a:off x="5032850" y="682800"/>
            <a:ext cx="4045200" cy="3777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The Time Keeper will repeat these rules. </a:t>
            </a:r>
            <a:endParaRPr sz="1400"/>
          </a:p>
          <a:p>
            <a:pPr indent="0" lvl="0" marL="0" rtl="0" algn="l">
              <a:spcBef>
                <a:spcPts val="0"/>
              </a:spcBef>
              <a:spcAft>
                <a:spcPts val="0"/>
              </a:spcAft>
              <a:buNone/>
            </a:pPr>
            <a:r>
              <a:t/>
            </a:r>
            <a:endParaRPr sz="1400"/>
          </a:p>
          <a:p>
            <a:pPr indent="-317500" lvl="0" marL="457200" rtl="0" algn="l">
              <a:spcBef>
                <a:spcPts val="0"/>
              </a:spcBef>
              <a:spcAft>
                <a:spcPts val="0"/>
              </a:spcAft>
              <a:buSzPts val="1400"/>
              <a:buChar char="●"/>
            </a:pPr>
            <a:r>
              <a:rPr lang="en" sz="1400"/>
              <a:t>Every person is given </a:t>
            </a:r>
            <a:r>
              <a:rPr b="1" lang="en" sz="1400">
                <a:latin typeface="Montserrat"/>
                <a:ea typeface="Montserrat"/>
                <a:cs typeface="Montserrat"/>
                <a:sym typeface="Montserrat"/>
              </a:rPr>
              <a:t>two minutes TOTAL</a:t>
            </a:r>
            <a:r>
              <a:rPr lang="en" sz="1400"/>
              <a:t> to tell their story based on the prompt.</a:t>
            </a:r>
            <a:endParaRPr sz="1400"/>
          </a:p>
          <a:p>
            <a:pPr indent="-317500" lvl="0" marL="457200" rtl="0" algn="l">
              <a:spcBef>
                <a:spcPts val="0"/>
              </a:spcBef>
              <a:spcAft>
                <a:spcPts val="0"/>
              </a:spcAft>
              <a:buSzPts val="1400"/>
              <a:buChar char="●"/>
            </a:pPr>
            <a:r>
              <a:rPr lang="en" sz="1400"/>
              <a:t>If a person does not use their full two minutes, then the rest of the group must sit in silence. Sometimes a moment of still space will inspire the speaker to dive deeper into their reflection. Those two minutes belong to them and no one else. </a:t>
            </a:r>
            <a:endParaRPr sz="1400"/>
          </a:p>
          <a:p>
            <a:pPr indent="-317500" lvl="0" marL="457200" rtl="0" algn="l">
              <a:spcBef>
                <a:spcPts val="0"/>
              </a:spcBef>
              <a:spcAft>
                <a:spcPts val="0"/>
              </a:spcAft>
              <a:buSzPts val="1400"/>
              <a:buChar char="●"/>
            </a:pPr>
            <a:r>
              <a:rPr lang="en" sz="1400"/>
              <a:t>The Timekeeper will announce when there are 15 seconds left and then it will be the next Storyteller’s turn.</a:t>
            </a:r>
            <a:endParaRPr sz="16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g273f3ae0226_0_45"/>
          <p:cNvSpPr txBox="1"/>
          <p:nvPr>
            <p:ph type="title"/>
          </p:nvPr>
        </p:nvSpPr>
        <p:spPr>
          <a:xfrm>
            <a:off x="146000" y="1233175"/>
            <a:ext cx="4045200" cy="14823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Part 2</a:t>
            </a:r>
            <a:endParaRPr/>
          </a:p>
        </p:txBody>
      </p:sp>
      <p:sp>
        <p:nvSpPr>
          <p:cNvPr id="151" name="Google Shape;151;g273f3ae0226_0_45"/>
          <p:cNvSpPr txBox="1"/>
          <p:nvPr>
            <p:ph idx="1" type="subTitle"/>
          </p:nvPr>
        </p:nvSpPr>
        <p:spPr>
          <a:xfrm>
            <a:off x="146000" y="2803075"/>
            <a:ext cx="4045200" cy="12351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2 minute stories</a:t>
            </a:r>
            <a:endParaRPr/>
          </a:p>
        </p:txBody>
      </p:sp>
      <p:sp>
        <p:nvSpPr>
          <p:cNvPr id="152" name="Google Shape;152;g273f3ae0226_0_45"/>
          <p:cNvSpPr txBox="1"/>
          <p:nvPr>
            <p:ph idx="3" type="subTitle"/>
          </p:nvPr>
        </p:nvSpPr>
        <p:spPr>
          <a:xfrm>
            <a:off x="5165525" y="260275"/>
            <a:ext cx="3915600" cy="3777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Choose from the list of prompts:</a:t>
            </a:r>
            <a:endParaRPr sz="1400"/>
          </a:p>
          <a:p>
            <a:pPr indent="-311150" lvl="0" marL="457200" rtl="0" algn="l">
              <a:spcBef>
                <a:spcPts val="0"/>
              </a:spcBef>
              <a:spcAft>
                <a:spcPts val="0"/>
              </a:spcAft>
              <a:buClr>
                <a:srgbClr val="444746"/>
              </a:buClr>
              <a:buSzPts val="1300"/>
              <a:buChar char="●"/>
            </a:pPr>
            <a:r>
              <a:rPr b="1" lang="en" sz="1300">
                <a:solidFill>
                  <a:srgbClr val="444746"/>
                </a:solidFill>
              </a:rPr>
              <a:t>Name a time in which you felt successful. It can be good or bad.</a:t>
            </a:r>
            <a:endParaRPr b="1" sz="1300">
              <a:solidFill>
                <a:srgbClr val="444746"/>
              </a:solidFill>
            </a:endParaRPr>
          </a:p>
          <a:p>
            <a:pPr indent="-311150" lvl="0" marL="457200" rtl="0" algn="l">
              <a:lnSpc>
                <a:spcPct val="115000"/>
              </a:lnSpc>
              <a:spcBef>
                <a:spcPts val="0"/>
              </a:spcBef>
              <a:spcAft>
                <a:spcPts val="0"/>
              </a:spcAft>
              <a:buClr>
                <a:srgbClr val="444746"/>
              </a:buClr>
              <a:buSzPts val="1300"/>
              <a:buChar char="●"/>
            </a:pPr>
            <a:r>
              <a:rPr b="1" lang="en" sz="1300">
                <a:solidFill>
                  <a:srgbClr val="444746"/>
                </a:solidFill>
              </a:rPr>
              <a:t>When was a time that something you believed interfered with your growth?</a:t>
            </a:r>
            <a:endParaRPr b="1" sz="1300">
              <a:solidFill>
                <a:srgbClr val="444746"/>
              </a:solidFill>
            </a:endParaRPr>
          </a:p>
          <a:p>
            <a:pPr indent="-311150" lvl="0" marL="457200" rtl="0" algn="l">
              <a:lnSpc>
                <a:spcPct val="115000"/>
              </a:lnSpc>
              <a:spcBef>
                <a:spcPts val="0"/>
              </a:spcBef>
              <a:spcAft>
                <a:spcPts val="0"/>
              </a:spcAft>
              <a:buClr>
                <a:srgbClr val="444746"/>
              </a:buClr>
              <a:buSzPts val="1300"/>
              <a:buChar char="●"/>
            </a:pPr>
            <a:r>
              <a:rPr b="1" lang="en" sz="1300">
                <a:solidFill>
                  <a:srgbClr val="444746"/>
                </a:solidFill>
              </a:rPr>
              <a:t>How do you reconcile your authentic self for your natural work environment?</a:t>
            </a:r>
            <a:endParaRPr b="1" sz="1300">
              <a:solidFill>
                <a:srgbClr val="444746"/>
              </a:solidFill>
            </a:endParaRPr>
          </a:p>
          <a:p>
            <a:pPr indent="-311150" lvl="0" marL="457200" rtl="0" algn="l">
              <a:lnSpc>
                <a:spcPct val="115000"/>
              </a:lnSpc>
              <a:spcBef>
                <a:spcPts val="0"/>
              </a:spcBef>
              <a:spcAft>
                <a:spcPts val="0"/>
              </a:spcAft>
              <a:buClr>
                <a:srgbClr val="444746"/>
              </a:buClr>
              <a:buSzPts val="1300"/>
              <a:buChar char="●"/>
            </a:pPr>
            <a:r>
              <a:rPr b="1" lang="en" sz="1300">
                <a:solidFill>
                  <a:srgbClr val="444746"/>
                </a:solidFill>
              </a:rPr>
              <a:t>When was the last time you felt okay disconnecting with someone you love?</a:t>
            </a:r>
            <a:endParaRPr b="1" sz="1300">
              <a:solidFill>
                <a:srgbClr val="444746"/>
              </a:solidFill>
            </a:endParaRPr>
          </a:p>
          <a:p>
            <a:pPr indent="-311150" lvl="0" marL="457200" rtl="0" algn="l">
              <a:lnSpc>
                <a:spcPct val="115000"/>
              </a:lnSpc>
              <a:spcBef>
                <a:spcPts val="0"/>
              </a:spcBef>
              <a:spcAft>
                <a:spcPts val="0"/>
              </a:spcAft>
              <a:buClr>
                <a:srgbClr val="444746"/>
              </a:buClr>
              <a:buSzPts val="1300"/>
              <a:buChar char="●"/>
            </a:pPr>
            <a:r>
              <a:rPr b="1" lang="en" sz="1300">
                <a:solidFill>
                  <a:srgbClr val="444746"/>
                </a:solidFill>
              </a:rPr>
              <a:t>What is a direction your life could have taken?</a:t>
            </a:r>
            <a:endParaRPr b="1" sz="1300">
              <a:solidFill>
                <a:srgbClr val="444746"/>
              </a:solidFill>
            </a:endParaRPr>
          </a:p>
          <a:p>
            <a:pPr indent="-311150" lvl="0" marL="457200" rtl="0" algn="l">
              <a:lnSpc>
                <a:spcPct val="115000"/>
              </a:lnSpc>
              <a:spcBef>
                <a:spcPts val="0"/>
              </a:spcBef>
              <a:spcAft>
                <a:spcPts val="0"/>
              </a:spcAft>
              <a:buClr>
                <a:srgbClr val="444746"/>
              </a:buClr>
              <a:buSzPts val="1300"/>
              <a:buChar char="●"/>
            </a:pPr>
            <a:r>
              <a:rPr b="1" lang="en" sz="1300">
                <a:solidFill>
                  <a:srgbClr val="444746"/>
                </a:solidFill>
              </a:rPr>
              <a:t>What parts of being human have been the most challenging recently?</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extLst>
                  <a:ext uri="http://customooxmlschemas.google.com/">
                    <go:slidesCustomData xmlns:go="http://customooxmlschemas.google.com/" textRoundtripDataId="0"/>
                  </a:ext>
                </a:extLst>
              </a:rPr>
              <a:t>The Timekeeper will now </a:t>
            </a:r>
            <a:r>
              <a:rPr b="1" lang="en" sz="1400">
                <a:latin typeface="Montserrat"/>
                <a:ea typeface="Montserrat"/>
                <a:cs typeface="Montserrat"/>
                <a:sym typeface="Montserrat"/>
                <a:extLst>
                  <a:ext uri="http://customooxmlschemas.google.com/">
                    <go:slidesCustomData xmlns:go="http://customooxmlschemas.google.com/" textRoundtripDataId="1"/>
                  </a:ext>
                </a:extLst>
              </a:rPr>
              <a:t>give everyone 2 minutes</a:t>
            </a:r>
            <a:r>
              <a:rPr lang="en" sz="1400">
                <a:extLst>
                  <a:ext uri="http://customooxmlschemas.google.com/">
                    <go:slidesCustomData xmlns:go="http://customooxmlschemas.google.com/" textRoundtripDataId="2"/>
                  </a:ext>
                </a:extLst>
              </a:rPr>
              <a:t> to think of a story that best answers the prompt.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You may begin.</a:t>
            </a:r>
            <a:endParaRPr sz="16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g273f3ae0226_0_51"/>
          <p:cNvSpPr txBox="1"/>
          <p:nvPr>
            <p:ph type="title"/>
          </p:nvPr>
        </p:nvSpPr>
        <p:spPr>
          <a:xfrm>
            <a:off x="146000" y="1233175"/>
            <a:ext cx="4045200" cy="14823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Part 3</a:t>
            </a:r>
            <a:endParaRPr/>
          </a:p>
        </p:txBody>
      </p:sp>
      <p:sp>
        <p:nvSpPr>
          <p:cNvPr id="158" name="Google Shape;158;g273f3ae0226_0_51"/>
          <p:cNvSpPr txBox="1"/>
          <p:nvPr>
            <p:ph idx="1" type="subTitle"/>
          </p:nvPr>
        </p:nvSpPr>
        <p:spPr>
          <a:xfrm>
            <a:off x="146000" y="2803075"/>
            <a:ext cx="4045200" cy="12351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2 minute reflection</a:t>
            </a:r>
            <a:endParaRPr/>
          </a:p>
        </p:txBody>
      </p:sp>
      <p:sp>
        <p:nvSpPr>
          <p:cNvPr id="159" name="Google Shape;159;g273f3ae0226_0_51"/>
          <p:cNvSpPr txBox="1"/>
          <p:nvPr>
            <p:ph idx="3" type="subTitle"/>
          </p:nvPr>
        </p:nvSpPr>
        <p:spPr>
          <a:xfrm>
            <a:off x="5165525" y="260275"/>
            <a:ext cx="3915600" cy="37779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 sz="1400"/>
              <a:t>Each person will comment or reflect on all the stories they heard in the circle.  Each person will have </a:t>
            </a:r>
            <a:r>
              <a:rPr b="1" lang="en" sz="1400"/>
              <a:t>two minutes TOTAL</a:t>
            </a:r>
            <a:r>
              <a:rPr lang="en" sz="1400"/>
              <a:t> to talk quickly about each person’s story they heard. </a:t>
            </a:r>
            <a:endParaRPr sz="1400"/>
          </a:p>
          <a:p>
            <a:pPr indent="-330200" lvl="1" marL="914400" rtl="0" algn="l">
              <a:spcBef>
                <a:spcPts val="0"/>
              </a:spcBef>
              <a:spcAft>
                <a:spcPts val="0"/>
              </a:spcAft>
              <a:buSzPts val="1600"/>
              <a:buChar char="○"/>
            </a:pPr>
            <a:r>
              <a:rPr i="1" lang="en" sz="1400"/>
              <a:t>For example, Person A has 2 minutes total to talk about Person B, Person C, and Person D’s stories.</a:t>
            </a:r>
            <a:endParaRPr i="1" sz="1400"/>
          </a:p>
          <a:p>
            <a:pPr indent="-330200" lvl="0" marL="457200" rtl="0" algn="l">
              <a:spcBef>
                <a:spcPts val="0"/>
              </a:spcBef>
              <a:spcAft>
                <a:spcPts val="0"/>
              </a:spcAft>
              <a:buSzPts val="1600"/>
              <a:buChar char="●"/>
            </a:pPr>
            <a:r>
              <a:rPr lang="en" sz="1400"/>
              <a:t>Go around the circle until everyone has spoken about everyone’s story. </a:t>
            </a:r>
            <a:endParaRPr sz="1400"/>
          </a:p>
          <a:p>
            <a:pPr indent="0" lvl="0" marL="0" rtl="0" algn="l">
              <a:spcBef>
                <a:spcPts val="0"/>
              </a:spcBef>
              <a:spcAft>
                <a:spcPts val="0"/>
              </a:spcAft>
              <a:buNone/>
            </a:pPr>
            <a:r>
              <a:t/>
            </a:r>
            <a:endParaRPr sz="1400"/>
          </a:p>
          <a:p>
            <a:pPr indent="-330200" lvl="0" marL="457200" rtl="0" algn="l">
              <a:spcBef>
                <a:spcPts val="0"/>
              </a:spcBef>
              <a:spcAft>
                <a:spcPts val="0"/>
              </a:spcAft>
              <a:buSzPts val="1600"/>
              <a:buChar char="●"/>
            </a:pPr>
            <a:r>
              <a:rPr lang="en" sz="1400"/>
              <a:t>The final step has the Time Keeper ask the circle how they felt about the process. “Is there anything you would like to say about this process or what just happened here? Good or Bad?” </a:t>
            </a:r>
            <a:endParaRPr sz="1400"/>
          </a:p>
          <a:p>
            <a:pPr indent="0" lvl="0" marL="0" rtl="0" algn="l">
              <a:spcBef>
                <a:spcPts val="0"/>
              </a:spcBef>
              <a:spcAft>
                <a:spcPts val="0"/>
              </a:spcAft>
              <a:buNone/>
            </a:pPr>
            <a:r>
              <a:t/>
            </a:r>
            <a:endParaRPr sz="1400"/>
          </a:p>
          <a:p>
            <a:pPr indent="-317500" lvl="0" marL="457200" rtl="0" algn="l">
              <a:spcBef>
                <a:spcPts val="0"/>
              </a:spcBef>
              <a:spcAft>
                <a:spcPts val="0"/>
              </a:spcAft>
              <a:buSzPts val="1400"/>
              <a:buChar char="●"/>
            </a:pPr>
            <a:r>
              <a:rPr lang="en" sz="1400"/>
              <a:t>You may begin.</a:t>
            </a:r>
            <a:endParaRPr sz="1400"/>
          </a:p>
          <a:p>
            <a:pPr indent="0" lvl="0" marL="0" rtl="0" algn="l">
              <a:spcBef>
                <a:spcPts val="0"/>
              </a:spcBef>
              <a:spcAft>
                <a:spcPts val="0"/>
              </a:spcAft>
              <a:buNone/>
            </a:pPr>
            <a:r>
              <a:t/>
            </a:r>
            <a:endParaRPr sz="14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52"/>
          <p:cNvSpPr txBox="1"/>
          <p:nvPr>
            <p:ph type="title"/>
          </p:nvPr>
        </p:nvSpPr>
        <p:spPr>
          <a:xfrm>
            <a:off x="5143500" y="596175"/>
            <a:ext cx="3934500" cy="14823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4667"/>
              <a:buNone/>
            </a:pPr>
            <a:r>
              <a:rPr lang="en"/>
              <a:t>Raise your hands with answers to the following:</a:t>
            </a:r>
            <a:endParaRPr/>
          </a:p>
        </p:txBody>
      </p:sp>
      <p:sp>
        <p:nvSpPr>
          <p:cNvPr id="165" name="Google Shape;165;p52"/>
          <p:cNvSpPr txBox="1"/>
          <p:nvPr>
            <p:ph idx="1" type="subTitle"/>
          </p:nvPr>
        </p:nvSpPr>
        <p:spPr>
          <a:xfrm>
            <a:off x="5032850" y="2296650"/>
            <a:ext cx="4045200" cy="1235100"/>
          </a:xfrm>
          <a:prstGeom prst="rect">
            <a:avLst/>
          </a:prstGeom>
          <a:noFill/>
          <a:ln>
            <a:noFill/>
          </a:ln>
        </p:spPr>
        <p:txBody>
          <a:bodyPr anchorCtr="0" anchor="t" bIns="91425" lIns="91425" spcFirstLastPara="1" rIns="91425" wrap="square" tIns="91425">
            <a:noAutofit/>
          </a:bodyPr>
          <a:lstStyle/>
          <a:p>
            <a:pPr indent="-320675" lvl="0" marL="457200" rtl="0" algn="l">
              <a:lnSpc>
                <a:spcPct val="95000"/>
              </a:lnSpc>
              <a:spcBef>
                <a:spcPts val="0"/>
              </a:spcBef>
              <a:spcAft>
                <a:spcPts val="0"/>
              </a:spcAft>
              <a:buSzPts val="1450"/>
              <a:buChar char="●"/>
            </a:pPr>
            <a:r>
              <a:rPr lang="en" sz="1450"/>
              <a:t>What are some stories that you heard that stick out?</a:t>
            </a:r>
            <a:endParaRPr sz="1450"/>
          </a:p>
          <a:p>
            <a:pPr indent="-320675" lvl="0" marL="457200" rtl="0" algn="l">
              <a:lnSpc>
                <a:spcPct val="95000"/>
              </a:lnSpc>
              <a:spcBef>
                <a:spcPts val="0"/>
              </a:spcBef>
              <a:spcAft>
                <a:spcPts val="0"/>
              </a:spcAft>
              <a:buSzPts val="1450"/>
              <a:buChar char="●"/>
            </a:pPr>
            <a:r>
              <a:rPr lang="en" sz="1450"/>
              <a:t>What did </a:t>
            </a:r>
            <a:r>
              <a:rPr lang="en" sz="1450"/>
              <a:t>this process teach you about yourself?</a:t>
            </a:r>
            <a:endParaRPr sz="1450"/>
          </a:p>
          <a:p>
            <a:pPr indent="-320675" lvl="0" marL="457200" rtl="0" algn="l">
              <a:lnSpc>
                <a:spcPct val="95000"/>
              </a:lnSpc>
              <a:spcBef>
                <a:spcPts val="0"/>
              </a:spcBef>
              <a:spcAft>
                <a:spcPts val="0"/>
              </a:spcAft>
              <a:buSzPts val="1450"/>
              <a:buChar char="●"/>
            </a:pPr>
            <a:r>
              <a:rPr lang="en" sz="1450"/>
              <a:t>Did you struggle actively listening</a:t>
            </a:r>
            <a:r>
              <a:rPr lang="en" sz="1450"/>
              <a:t> or sharing key details</a:t>
            </a:r>
            <a:r>
              <a:rPr lang="en" sz="1450"/>
              <a:t> from other people’s stories?</a:t>
            </a:r>
            <a:endParaRPr sz="1450"/>
          </a:p>
          <a:p>
            <a:pPr indent="-320675" lvl="0" marL="457200" rtl="0" algn="l">
              <a:lnSpc>
                <a:spcPct val="95000"/>
              </a:lnSpc>
              <a:spcBef>
                <a:spcPts val="0"/>
              </a:spcBef>
              <a:spcAft>
                <a:spcPts val="0"/>
              </a:spcAft>
              <a:buSzPts val="1450"/>
              <a:buChar char="●"/>
            </a:pPr>
            <a:r>
              <a:rPr lang="en" sz="1450"/>
              <a:t>What might you do differently next time?</a:t>
            </a:r>
            <a:endParaRPr sz="145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2023 Code Chrysalis Lecture">
  <a:themeElements>
    <a:clrScheme name="Simple Light">
      <a:dk1>
        <a:srgbClr val="000000"/>
      </a:dk1>
      <a:lt1>
        <a:srgbClr val="FFFFFF"/>
      </a:lt1>
      <a:dk2>
        <a:srgbClr val="EB6F6F"/>
      </a:dk2>
      <a:lt2>
        <a:srgbClr val="436CAD"/>
      </a:lt2>
      <a:accent1>
        <a:srgbClr val="2E93CC"/>
      </a:accent1>
      <a:accent2>
        <a:srgbClr val="EB6C24"/>
      </a:accent2>
      <a:accent3>
        <a:srgbClr val="1BB78C"/>
      </a:accent3>
      <a:accent4>
        <a:srgbClr val="45B9CB"/>
      </a:accent4>
      <a:accent5>
        <a:srgbClr val="3DB54B"/>
      </a:accent5>
      <a:accent6>
        <a:srgbClr val="16A049"/>
      </a:accent6>
      <a:hlink>
        <a:srgbClr val="436CA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